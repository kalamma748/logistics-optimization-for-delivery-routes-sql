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19"/>
  </p:notesMasterIdLst>
  <p:sldIdLst>
    <p:sldId id="275" r:id="rId2"/>
    <p:sldId id="256" r:id="rId3"/>
    <p:sldId id="258" r:id="rId4"/>
    <p:sldId id="259" r:id="rId5"/>
    <p:sldId id="260" r:id="rId6"/>
    <p:sldId id="261" r:id="rId7"/>
    <p:sldId id="263" r:id="rId8"/>
    <p:sldId id="265" r:id="rId9"/>
    <p:sldId id="264" r:id="rId10"/>
    <p:sldId id="27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RACHA" userId="7908fa80301a620d" providerId="LiveId" clId="{E1DD4053-3D79-4A96-89E4-84215EBC4383}"/>
    <pc:docChg chg="undo custSel addSld delSld modSld sldOrd modMainMaster">
      <pc:chgData name="SHASHANK RACHA" userId="7908fa80301a620d" providerId="LiveId" clId="{E1DD4053-3D79-4A96-89E4-84215EBC4383}" dt="2025-12-19T04:39:55.043" v="1931" actId="1036"/>
      <pc:docMkLst>
        <pc:docMk/>
      </pc:docMkLst>
      <pc:sldChg chg="addSp delSp modSp mod modTransition">
        <pc:chgData name="SHASHANK RACHA" userId="7908fa80301a620d" providerId="LiveId" clId="{E1DD4053-3D79-4A96-89E4-84215EBC4383}" dt="2025-12-19T01:49:27.510" v="1772" actId="20577"/>
        <pc:sldMkLst>
          <pc:docMk/>
          <pc:sldMk cId="842575044" sldId="256"/>
        </pc:sldMkLst>
        <pc:spChg chg="mod">
          <ac:chgData name="SHASHANK RACHA" userId="7908fa80301a620d" providerId="LiveId" clId="{E1DD4053-3D79-4A96-89E4-84215EBC4383}" dt="2025-12-17T14:50:35.499" v="711" actId="255"/>
          <ac:spMkLst>
            <pc:docMk/>
            <pc:sldMk cId="842575044" sldId="256"/>
            <ac:spMk id="2" creationId="{A0C427DF-2177-57B6-7685-44AD9744C514}"/>
          </ac:spMkLst>
        </pc:spChg>
        <pc:spChg chg="add mod">
          <ac:chgData name="SHASHANK RACHA" userId="7908fa80301a620d" providerId="LiveId" clId="{E1DD4053-3D79-4A96-89E4-84215EBC4383}" dt="2025-12-17T11:51:20.995" v="634" actId="27636"/>
          <ac:spMkLst>
            <pc:docMk/>
            <pc:sldMk cId="842575044" sldId="256"/>
            <ac:spMk id="5" creationId="{42B82144-479A-EFE8-CF07-7E313FD96D04}"/>
          </ac:spMkLst>
        </pc:spChg>
        <pc:spChg chg="add mod">
          <ac:chgData name="SHASHANK RACHA" userId="7908fa80301a620d" providerId="LiveId" clId="{E1DD4053-3D79-4A96-89E4-84215EBC4383}" dt="2025-12-17T17:02:37.201" v="1725" actId="113"/>
          <ac:spMkLst>
            <pc:docMk/>
            <pc:sldMk cId="842575044" sldId="256"/>
            <ac:spMk id="6" creationId="{614499B2-0BE0-0439-5F7B-BD7269279F28}"/>
          </ac:spMkLst>
        </pc:spChg>
        <pc:spChg chg="add mod">
          <ac:chgData name="SHASHANK RACHA" userId="7908fa80301a620d" providerId="LiveId" clId="{E1DD4053-3D79-4A96-89E4-84215EBC4383}" dt="2025-12-19T01:49:27.510" v="1772" actId="20577"/>
          <ac:spMkLst>
            <pc:docMk/>
            <pc:sldMk cId="842575044" sldId="256"/>
            <ac:spMk id="7" creationId="{76895670-87B3-9B4B-8A1E-C1208C2C04C1}"/>
          </ac:spMkLst>
        </pc:spChg>
        <pc:picChg chg="add del mod">
          <ac:chgData name="SHASHANK RACHA" userId="7908fa80301a620d" providerId="LiveId" clId="{E1DD4053-3D79-4A96-89E4-84215EBC4383}" dt="2025-12-19T01:47:38.911" v="1739" actId="478"/>
          <ac:picMkLst>
            <pc:docMk/>
            <pc:sldMk cId="842575044" sldId="256"/>
            <ac:picMk id="3" creationId="{92A685CC-6A76-7600-BE60-F48351DE0B77}"/>
          </ac:picMkLst>
        </pc:picChg>
        <pc:picChg chg="add mod">
          <ac:chgData name="SHASHANK RACHA" userId="7908fa80301a620d" providerId="LiveId" clId="{E1DD4053-3D79-4A96-89E4-84215EBC4383}" dt="2025-12-19T01:47:44.188" v="1741" actId="14100"/>
          <ac:picMkLst>
            <pc:docMk/>
            <pc:sldMk cId="842575044" sldId="256"/>
            <ac:picMk id="4" creationId="{F594D158-05C3-23B3-5558-953563C0CA80}"/>
          </ac:picMkLst>
        </pc:picChg>
      </pc:sldChg>
      <pc:sldChg chg="addSp delSp modSp mod modTransition">
        <pc:chgData name="SHASHANK RACHA" userId="7908fa80301a620d" providerId="LiveId" clId="{E1DD4053-3D79-4A96-89E4-84215EBC4383}" dt="2025-12-19T04:34:39.118" v="1905" actId="1076"/>
        <pc:sldMkLst>
          <pc:docMk/>
          <pc:sldMk cId="397286402" sldId="258"/>
        </pc:sldMkLst>
        <pc:spChg chg="mod">
          <ac:chgData name="SHASHANK RACHA" userId="7908fa80301a620d" providerId="LiveId" clId="{E1DD4053-3D79-4A96-89E4-84215EBC4383}" dt="2025-12-17T14:52:29.057" v="722" actId="255"/>
          <ac:spMkLst>
            <pc:docMk/>
            <pc:sldMk cId="397286402" sldId="258"/>
            <ac:spMk id="2" creationId="{0D9D80CF-4981-B9B2-8E61-5F8E18A771B1}"/>
          </ac:spMkLst>
        </pc:spChg>
        <pc:spChg chg="mod">
          <ac:chgData name="SHASHANK RACHA" userId="7908fa80301a620d" providerId="LiveId" clId="{E1DD4053-3D79-4A96-89E4-84215EBC4383}" dt="2025-12-19T02:44:04.816" v="1880" actId="14100"/>
          <ac:spMkLst>
            <pc:docMk/>
            <pc:sldMk cId="397286402" sldId="258"/>
            <ac:spMk id="3" creationId="{F15F288D-185F-0906-19BC-80C73552B3FE}"/>
          </ac:spMkLst>
        </pc:spChg>
        <pc:spChg chg="add mod">
          <ac:chgData name="SHASHANK RACHA" userId="7908fa80301a620d" providerId="LiveId" clId="{E1DD4053-3D79-4A96-89E4-84215EBC4383}" dt="2025-12-17T17:02:07.902" v="1720" actId="1076"/>
          <ac:spMkLst>
            <pc:docMk/>
            <pc:sldMk cId="397286402" sldId="258"/>
            <ac:spMk id="6" creationId="{00B2D9A8-BA4D-8AB3-3131-60EC7EB77918}"/>
          </ac:spMkLst>
        </pc:spChg>
        <pc:graphicFrameChg chg="add mod">
          <ac:chgData name="SHASHANK RACHA" userId="7908fa80301a620d" providerId="LiveId" clId="{E1DD4053-3D79-4A96-89E4-84215EBC4383}" dt="2025-12-19T02:44:57.124" v="1885"/>
          <ac:graphicFrameMkLst>
            <pc:docMk/>
            <pc:sldMk cId="397286402" sldId="258"/>
            <ac:graphicFrameMk id="9" creationId="{6896983D-CE13-298C-C1D1-D6954FB37790}"/>
          </ac:graphicFrameMkLst>
        </pc:graphicFrameChg>
        <pc:picChg chg="add del mod">
          <ac:chgData name="SHASHANK RACHA" userId="7908fa80301a620d" providerId="LiveId" clId="{E1DD4053-3D79-4A96-89E4-84215EBC4383}" dt="2025-12-19T01:47:47.796" v="1742" actId="478"/>
          <ac:picMkLst>
            <pc:docMk/>
            <pc:sldMk cId="397286402" sldId="258"/>
            <ac:picMk id="4" creationId="{19A0B10C-C92B-5244-2C92-E5BC7DF6F45C}"/>
          </ac:picMkLst>
        </pc:picChg>
        <pc:picChg chg="mod modCrop">
          <ac:chgData name="SHASHANK RACHA" userId="7908fa80301a620d" providerId="LiveId" clId="{E1DD4053-3D79-4A96-89E4-84215EBC4383}" dt="2025-12-19T04:34:39.118" v="1905" actId="1076"/>
          <ac:picMkLst>
            <pc:docMk/>
            <pc:sldMk cId="397286402" sldId="258"/>
            <ac:picMk id="5" creationId="{2A8F28E2-A067-82A5-E3B8-7F33CC2AB7D2}"/>
          </ac:picMkLst>
        </pc:picChg>
        <pc:picChg chg="mod modCrop">
          <ac:chgData name="SHASHANK RACHA" userId="7908fa80301a620d" providerId="LiveId" clId="{E1DD4053-3D79-4A96-89E4-84215EBC4383}" dt="2025-12-19T02:43:52.623" v="1876" actId="1076"/>
          <ac:picMkLst>
            <pc:docMk/>
            <pc:sldMk cId="397286402" sldId="258"/>
            <ac:picMk id="7" creationId="{177913E3-EC86-0C6E-F2D4-F146592938BE}"/>
          </ac:picMkLst>
        </pc:picChg>
        <pc:picChg chg="add mod">
          <ac:chgData name="SHASHANK RACHA" userId="7908fa80301a620d" providerId="LiveId" clId="{E1DD4053-3D79-4A96-89E4-84215EBC4383}" dt="2025-12-19T01:47:49.095" v="1743"/>
          <ac:picMkLst>
            <pc:docMk/>
            <pc:sldMk cId="397286402" sldId="258"/>
            <ac:picMk id="8" creationId="{107AA263-7D25-E025-E0B3-4641065E7490}"/>
          </ac:picMkLst>
        </pc:picChg>
      </pc:sldChg>
      <pc:sldChg chg="addSp delSp modSp mod modTransition">
        <pc:chgData name="SHASHANK RACHA" userId="7908fa80301a620d" providerId="LiveId" clId="{E1DD4053-3D79-4A96-89E4-84215EBC4383}" dt="2025-12-19T04:36:18.198" v="1924" actId="14100"/>
        <pc:sldMkLst>
          <pc:docMk/>
          <pc:sldMk cId="761156451" sldId="259"/>
        </pc:sldMkLst>
        <pc:spChg chg="mod">
          <ac:chgData name="SHASHANK RACHA" userId="7908fa80301a620d" providerId="LiveId" clId="{E1DD4053-3D79-4A96-89E4-84215EBC4383}" dt="2025-12-17T14:52:04.129" v="720" actId="14100"/>
          <ac:spMkLst>
            <pc:docMk/>
            <pc:sldMk cId="761156451" sldId="259"/>
            <ac:spMk id="2" creationId="{FED84733-CDFC-9F63-5284-F3120EB2C6B4}"/>
          </ac:spMkLst>
        </pc:spChg>
        <pc:spChg chg="mod">
          <ac:chgData name="SHASHANK RACHA" userId="7908fa80301a620d" providerId="LiveId" clId="{E1DD4053-3D79-4A96-89E4-84215EBC4383}" dt="2025-12-19T04:36:05.066" v="1921" actId="27636"/>
          <ac:spMkLst>
            <pc:docMk/>
            <pc:sldMk cId="761156451" sldId="259"/>
            <ac:spMk id="3" creationId="{FE3E10E8-EB51-CE0C-1263-E186C9A24B13}"/>
          </ac:spMkLst>
        </pc:spChg>
        <pc:spChg chg="add mod">
          <ac:chgData name="SHASHANK RACHA" userId="7908fa80301a620d" providerId="LiveId" clId="{E1DD4053-3D79-4A96-89E4-84215EBC4383}" dt="2025-12-19T04:36:02.142" v="1919" actId="1076"/>
          <ac:spMkLst>
            <pc:docMk/>
            <pc:sldMk cId="761156451" sldId="259"/>
            <ac:spMk id="4" creationId="{7E8B6159-5CDC-BC2F-DC8A-C698313CE68D}"/>
          </ac:spMkLst>
        </pc:spChg>
        <pc:graphicFrameChg chg="add mod">
          <ac:chgData name="SHASHANK RACHA" userId="7908fa80301a620d" providerId="LiveId" clId="{E1DD4053-3D79-4A96-89E4-84215EBC4383}" dt="2025-12-19T04:36:18.198" v="1924" actId="14100"/>
          <ac:graphicFrameMkLst>
            <pc:docMk/>
            <pc:sldMk cId="761156451" sldId="259"/>
            <ac:graphicFrameMk id="8" creationId="{7F22A010-6EB7-4183-0D4B-0983C9E575CB}"/>
          </ac:graphicFrameMkLst>
        </pc:graphicFrameChg>
        <pc:picChg chg="add del mod">
          <ac:chgData name="SHASHANK RACHA" userId="7908fa80301a620d" providerId="LiveId" clId="{E1DD4053-3D79-4A96-89E4-84215EBC4383}" dt="2025-12-19T01:47:53.302" v="1744" actId="478"/>
          <ac:picMkLst>
            <pc:docMk/>
            <pc:sldMk cId="761156451" sldId="259"/>
            <ac:picMk id="4" creationId="{6AD99B39-4417-EB27-79BA-5CDF72621589}"/>
          </ac:picMkLst>
        </pc:picChg>
        <pc:picChg chg="mod modCrop">
          <ac:chgData name="SHASHANK RACHA" userId="7908fa80301a620d" providerId="LiveId" clId="{E1DD4053-3D79-4A96-89E4-84215EBC4383}" dt="2025-12-17T14:55:47.015" v="731" actId="1076"/>
          <ac:picMkLst>
            <pc:docMk/>
            <pc:sldMk cId="761156451" sldId="259"/>
            <ac:picMk id="5" creationId="{ED090DEE-308B-7D36-8266-6F380F8AAA2B}"/>
          </ac:picMkLst>
        </pc:picChg>
        <pc:picChg chg="add mod">
          <ac:chgData name="SHASHANK RACHA" userId="7908fa80301a620d" providerId="LiveId" clId="{E1DD4053-3D79-4A96-89E4-84215EBC4383}" dt="2025-12-19T01:47:53.875" v="1745"/>
          <ac:picMkLst>
            <pc:docMk/>
            <pc:sldMk cId="761156451" sldId="259"/>
            <ac:picMk id="6" creationId="{6B20B850-93B1-98F0-A7C6-1F20EE73419F}"/>
          </ac:picMkLst>
        </pc:picChg>
        <pc:picChg chg="mod modCrop">
          <ac:chgData name="SHASHANK RACHA" userId="7908fa80301a620d" providerId="LiveId" clId="{E1DD4053-3D79-4A96-89E4-84215EBC4383}" dt="2025-12-19T04:36:12.758" v="1922" actId="14100"/>
          <ac:picMkLst>
            <pc:docMk/>
            <pc:sldMk cId="761156451" sldId="259"/>
            <ac:picMk id="7" creationId="{F1E92F88-15BA-7AF7-254C-475E667FA63C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2:45:18.234" v="1887" actId="478"/>
        <pc:sldMkLst>
          <pc:docMk/>
          <pc:sldMk cId="2350400998" sldId="260"/>
        </pc:sldMkLst>
        <pc:spChg chg="mod">
          <ac:chgData name="SHASHANK RACHA" userId="7908fa80301a620d" providerId="LiveId" clId="{E1DD4053-3D79-4A96-89E4-84215EBC4383}" dt="2025-12-17T08:51:58.740" v="247" actId="120"/>
          <ac:spMkLst>
            <pc:docMk/>
            <pc:sldMk cId="2350400998" sldId="260"/>
            <ac:spMk id="2" creationId="{254F9936-1C26-DB8D-3026-6FED1B771FE3}"/>
          </ac:spMkLst>
        </pc:spChg>
        <pc:spChg chg="mod">
          <ac:chgData name="SHASHANK RACHA" userId="7908fa80301a620d" providerId="LiveId" clId="{E1DD4053-3D79-4A96-89E4-84215EBC4383}" dt="2025-12-17T16:46:03.188" v="1383" actId="21"/>
          <ac:spMkLst>
            <pc:docMk/>
            <pc:sldMk cId="2350400998" sldId="260"/>
            <ac:spMk id="3" creationId="{A2CC6ABE-A9F4-5FE5-F43A-01ECBA413546}"/>
          </ac:spMkLst>
        </pc:spChg>
        <pc:spChg chg="add mod">
          <ac:chgData name="SHASHANK RACHA" userId="7908fa80301a620d" providerId="LiveId" clId="{E1DD4053-3D79-4A96-89E4-84215EBC4383}" dt="2025-12-17T16:45:26.661" v="1381" actId="1076"/>
          <ac:spMkLst>
            <pc:docMk/>
            <pc:sldMk cId="2350400998" sldId="260"/>
            <ac:spMk id="8" creationId="{6C2629E4-4CAE-DB90-98BD-9B6DAEFA2076}"/>
          </ac:spMkLst>
        </pc:spChg>
        <pc:spChg chg="add mod">
          <ac:chgData name="SHASHANK RACHA" userId="7908fa80301a620d" providerId="LiveId" clId="{E1DD4053-3D79-4A96-89E4-84215EBC4383}" dt="2025-12-19T02:17:36.238" v="1779" actId="1076"/>
          <ac:spMkLst>
            <pc:docMk/>
            <pc:sldMk cId="2350400998" sldId="260"/>
            <ac:spMk id="9" creationId="{B758BBEA-0DA0-3120-43F6-44285AB8D4CD}"/>
          </ac:spMkLst>
        </pc:spChg>
        <pc:graphicFrameChg chg="add del mod">
          <ac:chgData name="SHASHANK RACHA" userId="7908fa80301a620d" providerId="LiveId" clId="{E1DD4053-3D79-4A96-89E4-84215EBC4383}" dt="2025-12-19T02:45:18.234" v="1887" actId="478"/>
          <ac:graphicFrameMkLst>
            <pc:docMk/>
            <pc:sldMk cId="2350400998" sldId="260"/>
            <ac:graphicFrameMk id="7" creationId="{EB4BCD12-8824-5FD3-BFED-275FD9A5BADB}"/>
          </ac:graphicFrameMkLst>
        </pc:graphicFrameChg>
        <pc:picChg chg="add mod">
          <ac:chgData name="SHASHANK RACHA" userId="7908fa80301a620d" providerId="LiveId" clId="{E1DD4053-3D79-4A96-89E4-84215EBC4383}" dt="2025-12-19T01:48:06.283" v="1747"/>
          <ac:picMkLst>
            <pc:docMk/>
            <pc:sldMk cId="2350400998" sldId="260"/>
            <ac:picMk id="4" creationId="{46921B35-27FC-6569-3495-DF83F9C82678}"/>
          </ac:picMkLst>
        </pc:picChg>
        <pc:picChg chg="add mod">
          <ac:chgData name="SHASHANK RACHA" userId="7908fa80301a620d" providerId="LiveId" clId="{E1DD4053-3D79-4A96-89E4-84215EBC4383}" dt="2025-12-16T17:24:52.176" v="53" actId="14100"/>
          <ac:picMkLst>
            <pc:docMk/>
            <pc:sldMk cId="2350400998" sldId="260"/>
            <ac:picMk id="5" creationId="{0A7691CB-AE79-C2D7-067F-06C440FA7954}"/>
          </ac:picMkLst>
        </pc:picChg>
        <pc:picChg chg="add mod">
          <ac:chgData name="SHASHANK RACHA" userId="7908fa80301a620d" providerId="LiveId" clId="{E1DD4053-3D79-4A96-89E4-84215EBC4383}" dt="2025-12-19T02:20:44.145" v="1820" actId="1076"/>
          <ac:picMkLst>
            <pc:docMk/>
            <pc:sldMk cId="2350400998" sldId="260"/>
            <ac:picMk id="6" creationId="{A0DCCCDE-0EBE-D1ED-CF78-BB6C355DCE94}"/>
          </ac:picMkLst>
        </pc:picChg>
        <pc:picChg chg="add del mod">
          <ac:chgData name="SHASHANK RACHA" userId="7908fa80301a620d" providerId="LiveId" clId="{E1DD4053-3D79-4A96-89E4-84215EBC4383}" dt="2025-12-19T01:48:05.726" v="1746" actId="478"/>
          <ac:picMkLst>
            <pc:docMk/>
            <pc:sldMk cId="2350400998" sldId="260"/>
            <ac:picMk id="10" creationId="{55367B13-58B0-6D62-2497-E56C9E649C22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4:31:58.309" v="1888" actId="21"/>
        <pc:sldMkLst>
          <pc:docMk/>
          <pc:sldMk cId="3062405650" sldId="261"/>
        </pc:sldMkLst>
        <pc:spChg chg="mod">
          <ac:chgData name="SHASHANK RACHA" userId="7908fa80301a620d" providerId="LiveId" clId="{E1DD4053-3D79-4A96-89E4-84215EBC4383}" dt="2025-12-17T08:51:46.614" v="246" actId="120"/>
          <ac:spMkLst>
            <pc:docMk/>
            <pc:sldMk cId="3062405650" sldId="261"/>
            <ac:spMk id="2" creationId="{FE854989-7F96-EB0B-486C-C53437DECF5F}"/>
          </ac:spMkLst>
        </pc:spChg>
        <pc:spChg chg="mod">
          <ac:chgData name="SHASHANK RACHA" userId="7908fa80301a620d" providerId="LiveId" clId="{E1DD4053-3D79-4A96-89E4-84215EBC4383}" dt="2025-12-17T12:48:16.252" v="707" actId="20577"/>
          <ac:spMkLst>
            <pc:docMk/>
            <pc:sldMk cId="3062405650" sldId="261"/>
            <ac:spMk id="3" creationId="{9F3327B2-C370-EDEE-B743-FF7638AF74E6}"/>
          </ac:spMkLst>
        </pc:spChg>
        <pc:graphicFrameChg chg="add del mod">
          <ac:chgData name="SHASHANK RACHA" userId="7908fa80301a620d" providerId="LiveId" clId="{E1DD4053-3D79-4A96-89E4-84215EBC4383}" dt="2025-12-19T04:31:58.309" v="1888" actId="21"/>
          <ac:graphicFrameMkLst>
            <pc:docMk/>
            <pc:sldMk cId="3062405650" sldId="261"/>
            <ac:graphicFrameMk id="8" creationId="{275CEE4D-7A93-4F85-D490-EA974E916042}"/>
          </ac:graphicFrameMkLst>
        </pc:graphicFrameChg>
        <pc:picChg chg="add del mod">
          <ac:chgData name="SHASHANK RACHA" userId="7908fa80301a620d" providerId="LiveId" clId="{E1DD4053-3D79-4A96-89E4-84215EBC4383}" dt="2025-12-19T01:48:10.159" v="1748" actId="478"/>
          <ac:picMkLst>
            <pc:docMk/>
            <pc:sldMk cId="3062405650" sldId="261"/>
            <ac:picMk id="4" creationId="{322CBF7B-B41E-AE6D-E1EE-511751271AB5}"/>
          </ac:picMkLst>
        </pc:picChg>
        <pc:picChg chg="add mod">
          <ac:chgData name="SHASHANK RACHA" userId="7908fa80301a620d" providerId="LiveId" clId="{E1DD4053-3D79-4A96-89E4-84215EBC4383}" dt="2025-12-16T17:29:57.383" v="98" actId="14100"/>
          <ac:picMkLst>
            <pc:docMk/>
            <pc:sldMk cId="3062405650" sldId="261"/>
            <ac:picMk id="5" creationId="{100C8BF0-D498-3F5F-A639-245D75DDBA7D}"/>
          </ac:picMkLst>
        </pc:picChg>
        <pc:picChg chg="add mod">
          <ac:chgData name="SHASHANK RACHA" userId="7908fa80301a620d" providerId="LiveId" clId="{E1DD4053-3D79-4A96-89E4-84215EBC4383}" dt="2025-12-19T01:48:10.711" v="1749"/>
          <ac:picMkLst>
            <pc:docMk/>
            <pc:sldMk cId="3062405650" sldId="261"/>
            <ac:picMk id="6" creationId="{327112F0-2515-61BB-CCFF-16AD6A9D90A2}"/>
          </ac:picMkLst>
        </pc:picChg>
        <pc:picChg chg="add mod modCrop">
          <ac:chgData name="SHASHANK RACHA" userId="7908fa80301a620d" providerId="LiveId" clId="{E1DD4053-3D79-4A96-89E4-84215EBC4383}" dt="2025-12-19T02:25:26.057" v="1831" actId="1076"/>
          <ac:picMkLst>
            <pc:docMk/>
            <pc:sldMk cId="3062405650" sldId="261"/>
            <ac:picMk id="7" creationId="{EBB8649F-4015-A4B3-EC56-4FF945DC6016}"/>
          </ac:picMkLst>
        </pc:picChg>
      </pc:sldChg>
      <pc:sldChg chg="new del">
        <pc:chgData name="SHASHANK RACHA" userId="7908fa80301a620d" providerId="LiveId" clId="{E1DD4053-3D79-4A96-89E4-84215EBC4383}" dt="2025-12-16T17:32:12.193" v="109" actId="2696"/>
        <pc:sldMkLst>
          <pc:docMk/>
          <pc:sldMk cId="677708795" sldId="262"/>
        </pc:sldMkLst>
      </pc:sldChg>
      <pc:sldChg chg="addSp delSp modSp add mod modTransition">
        <pc:chgData name="SHASHANK RACHA" userId="7908fa80301a620d" providerId="LiveId" clId="{E1DD4053-3D79-4A96-89E4-84215EBC4383}" dt="2025-12-19T01:48:14.666" v="1751"/>
        <pc:sldMkLst>
          <pc:docMk/>
          <pc:sldMk cId="2872377989" sldId="263"/>
        </pc:sldMkLst>
        <pc:spChg chg="mod">
          <ac:chgData name="SHASHANK RACHA" userId="7908fa80301a620d" providerId="LiveId" clId="{E1DD4053-3D79-4A96-89E4-84215EBC4383}" dt="2025-12-17T08:51:36.903" v="245" actId="120"/>
          <ac:spMkLst>
            <pc:docMk/>
            <pc:sldMk cId="2872377989" sldId="263"/>
            <ac:spMk id="2" creationId="{A259E496-66E0-3D47-70B9-28FF3F995F22}"/>
          </ac:spMkLst>
        </pc:spChg>
        <pc:spChg chg="mod">
          <ac:chgData name="SHASHANK RACHA" userId="7908fa80301a620d" providerId="LiveId" clId="{E1DD4053-3D79-4A96-89E4-84215EBC4383}" dt="2025-12-17T15:53:55.616" v="1129" actId="27636"/>
          <ac:spMkLst>
            <pc:docMk/>
            <pc:sldMk cId="2872377989" sldId="263"/>
            <ac:spMk id="3" creationId="{626DE487-3D08-4D04-FBE3-2293AF686B8B}"/>
          </ac:spMkLst>
        </pc:spChg>
        <pc:spChg chg="add mod">
          <ac:chgData name="SHASHANK RACHA" userId="7908fa80301a620d" providerId="LiveId" clId="{E1DD4053-3D79-4A96-89E4-84215EBC4383}" dt="2025-12-17T15:54:04.916" v="1131" actId="14100"/>
          <ac:spMkLst>
            <pc:docMk/>
            <pc:sldMk cId="2872377989" sldId="263"/>
            <ac:spMk id="4" creationId="{A9CFA3FB-0B92-400A-8FD3-AEBC096E399E}"/>
          </ac:spMkLst>
        </pc:spChg>
        <pc:picChg chg="add del mod">
          <ac:chgData name="SHASHANK RACHA" userId="7908fa80301a620d" providerId="LiveId" clId="{E1DD4053-3D79-4A96-89E4-84215EBC4383}" dt="2025-12-19T01:48:14.114" v="1750" actId="478"/>
          <ac:picMkLst>
            <pc:docMk/>
            <pc:sldMk cId="2872377989" sldId="263"/>
            <ac:picMk id="5" creationId="{8528B3C4-68F1-D6DA-F635-5E9F14D9A613}"/>
          </ac:picMkLst>
        </pc:picChg>
        <pc:picChg chg="add mod modCrop">
          <ac:chgData name="SHASHANK RACHA" userId="7908fa80301a620d" providerId="LiveId" clId="{E1DD4053-3D79-4A96-89E4-84215EBC4383}" dt="2025-12-17T15:10:13.121" v="1027" actId="14100"/>
          <ac:picMkLst>
            <pc:docMk/>
            <pc:sldMk cId="2872377989" sldId="263"/>
            <ac:picMk id="6" creationId="{CE3B0E81-7170-2E25-BFBF-D81CC4FE21A4}"/>
          </ac:picMkLst>
        </pc:picChg>
        <pc:picChg chg="add mod">
          <ac:chgData name="SHASHANK RACHA" userId="7908fa80301a620d" providerId="LiveId" clId="{E1DD4053-3D79-4A96-89E4-84215EBC4383}" dt="2025-12-19T01:48:14.666" v="1751"/>
          <ac:picMkLst>
            <pc:docMk/>
            <pc:sldMk cId="2872377989" sldId="263"/>
            <ac:picMk id="7" creationId="{03AE6023-5345-4661-1D00-955DCA13639A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2:39:47.222" v="1871" actId="207"/>
        <pc:sldMkLst>
          <pc:docMk/>
          <pc:sldMk cId="3478598531" sldId="264"/>
        </pc:sldMkLst>
        <pc:spChg chg="mod">
          <ac:chgData name="SHASHANK RACHA" userId="7908fa80301a620d" providerId="LiveId" clId="{E1DD4053-3D79-4A96-89E4-84215EBC4383}" dt="2025-12-17T08:51:15.326" v="243" actId="120"/>
          <ac:spMkLst>
            <pc:docMk/>
            <pc:sldMk cId="3478598531" sldId="264"/>
            <ac:spMk id="2" creationId="{52C359E0-9A62-F589-1817-09A342A364AE}"/>
          </ac:spMkLst>
        </pc:spChg>
        <pc:spChg chg="mod">
          <ac:chgData name="SHASHANK RACHA" userId="7908fa80301a620d" providerId="LiveId" clId="{E1DD4053-3D79-4A96-89E4-84215EBC4383}" dt="2025-12-19T02:35:15.179" v="1857" actId="27636"/>
          <ac:spMkLst>
            <pc:docMk/>
            <pc:sldMk cId="3478598531" sldId="264"/>
            <ac:spMk id="3" creationId="{400D9BB1-6E7D-7136-A881-198A820AC4E4}"/>
          </ac:spMkLst>
        </pc:spChg>
        <pc:graphicFrameChg chg="add del mod">
          <ac:chgData name="SHASHANK RACHA" userId="7908fa80301a620d" providerId="LiveId" clId="{E1DD4053-3D79-4A96-89E4-84215EBC4383}" dt="2025-12-19T02:35:19.063" v="1858" actId="478"/>
          <ac:graphicFrameMkLst>
            <pc:docMk/>
            <pc:sldMk cId="3478598531" sldId="264"/>
            <ac:graphicFrameMk id="6" creationId="{36325409-AC82-8C55-1C0C-690669B04684}"/>
          </ac:graphicFrameMkLst>
        </pc:graphicFrameChg>
        <pc:graphicFrameChg chg="add mod">
          <ac:chgData name="SHASHANK RACHA" userId="7908fa80301a620d" providerId="LiveId" clId="{E1DD4053-3D79-4A96-89E4-84215EBC4383}" dt="2025-12-19T02:39:47.222" v="1871" actId="207"/>
          <ac:graphicFrameMkLst>
            <pc:docMk/>
            <pc:sldMk cId="3478598531" sldId="264"/>
            <ac:graphicFrameMk id="7" creationId="{BC779969-4EED-709F-2854-76605D4FEADD}"/>
          </ac:graphicFrameMkLst>
        </pc:graphicFrameChg>
        <pc:picChg chg="add del mod">
          <ac:chgData name="SHASHANK RACHA" userId="7908fa80301a620d" providerId="LiveId" clId="{E1DD4053-3D79-4A96-89E4-84215EBC4383}" dt="2025-12-19T01:48:26.156" v="1754" actId="478"/>
          <ac:picMkLst>
            <pc:docMk/>
            <pc:sldMk cId="3478598531" sldId="264"/>
            <ac:picMk id="4" creationId="{88111355-8D78-5262-9E80-F36B8A72A5B9}"/>
          </ac:picMkLst>
        </pc:picChg>
        <pc:picChg chg="add mod">
          <ac:chgData name="SHASHANK RACHA" userId="7908fa80301a620d" providerId="LiveId" clId="{E1DD4053-3D79-4A96-89E4-84215EBC4383}" dt="2025-12-19T01:48:26.674" v="1755"/>
          <ac:picMkLst>
            <pc:docMk/>
            <pc:sldMk cId="3478598531" sldId="264"/>
            <ac:picMk id="5" creationId="{C7D7BB9D-6449-5235-0FD3-657B71F1DF36}"/>
          </ac:picMkLst>
        </pc:picChg>
        <pc:picChg chg="add del mod modCrop">
          <ac:chgData name="SHASHANK RACHA" userId="7908fa80301a620d" providerId="LiveId" clId="{E1DD4053-3D79-4A96-89E4-84215EBC4383}" dt="2025-12-19T02:35:21.773" v="1859" actId="478"/>
          <ac:picMkLst>
            <pc:docMk/>
            <pc:sldMk cId="3478598531" sldId="264"/>
            <ac:picMk id="9" creationId="{421330DE-B130-07C0-5810-5CBB731866D0}"/>
          </ac:picMkLst>
        </pc:picChg>
        <pc:picChg chg="add mod modCrop">
          <ac:chgData name="SHASHANK RACHA" userId="7908fa80301a620d" providerId="LiveId" clId="{E1DD4053-3D79-4A96-89E4-84215EBC4383}" dt="2025-12-19T02:38:36.722" v="1863" actId="1076"/>
          <ac:picMkLst>
            <pc:docMk/>
            <pc:sldMk cId="3478598531" sldId="264"/>
            <ac:picMk id="11" creationId="{2B9D0209-789F-BD77-6DFC-3F9ECF634B75}"/>
          </ac:picMkLst>
        </pc:picChg>
      </pc:sldChg>
      <pc:sldChg chg="addSp delSp modSp add mod modTransition">
        <pc:chgData name="SHASHANK RACHA" userId="7908fa80301a620d" providerId="LiveId" clId="{E1DD4053-3D79-4A96-89E4-84215EBC4383}" dt="2025-12-19T01:48:18.772" v="1753"/>
        <pc:sldMkLst>
          <pc:docMk/>
          <pc:sldMk cId="2864976061" sldId="265"/>
        </pc:sldMkLst>
        <pc:spChg chg="mod">
          <ac:chgData name="SHASHANK RACHA" userId="7908fa80301a620d" providerId="LiveId" clId="{E1DD4053-3D79-4A96-89E4-84215EBC4383}" dt="2025-12-17T08:51:26.373" v="244" actId="120"/>
          <ac:spMkLst>
            <pc:docMk/>
            <pc:sldMk cId="2864976061" sldId="265"/>
            <ac:spMk id="2" creationId="{B7CCBBC2-1C73-7A08-0E29-CFDD20A3635B}"/>
          </ac:spMkLst>
        </pc:spChg>
        <pc:picChg chg="add del mod">
          <ac:chgData name="SHASHANK RACHA" userId="7908fa80301a620d" providerId="LiveId" clId="{E1DD4053-3D79-4A96-89E4-84215EBC4383}" dt="2025-12-19T01:48:18.218" v="1752" actId="478"/>
          <ac:picMkLst>
            <pc:docMk/>
            <pc:sldMk cId="2864976061" sldId="265"/>
            <ac:picMk id="4" creationId="{37B7157C-BFA7-7056-4A3F-CE9CC02C1BEC}"/>
          </ac:picMkLst>
        </pc:picChg>
        <pc:picChg chg="add mod">
          <ac:chgData name="SHASHANK RACHA" userId="7908fa80301a620d" providerId="LiveId" clId="{E1DD4053-3D79-4A96-89E4-84215EBC4383}" dt="2025-12-19T01:48:18.772" v="1753"/>
          <ac:picMkLst>
            <pc:docMk/>
            <pc:sldMk cId="2864976061" sldId="265"/>
            <ac:picMk id="6" creationId="{6A92601D-7CA4-DA01-37E5-454686E4E913}"/>
          </ac:picMkLst>
        </pc:picChg>
      </pc:sldChg>
      <pc:sldChg chg="addSp delSp modSp new del mod">
        <pc:chgData name="SHASHANK RACHA" userId="7908fa80301a620d" providerId="LiveId" clId="{E1DD4053-3D79-4A96-89E4-84215EBC4383}" dt="2025-12-17T16:09:08.871" v="1336" actId="47"/>
        <pc:sldMkLst>
          <pc:docMk/>
          <pc:sldMk cId="633418273" sldId="266"/>
        </pc:sldMkLst>
      </pc:sldChg>
      <pc:sldChg chg="addSp delSp modSp add mod modTransition">
        <pc:chgData name="SHASHANK RACHA" userId="7908fa80301a620d" providerId="LiveId" clId="{E1DD4053-3D79-4A96-89E4-84215EBC4383}" dt="2025-12-19T04:38:49.874" v="1925" actId="14100"/>
        <pc:sldMkLst>
          <pc:docMk/>
          <pc:sldMk cId="678789892" sldId="267"/>
        </pc:sldMkLst>
        <pc:spChg chg="mod">
          <ac:chgData name="SHASHANK RACHA" userId="7908fa80301a620d" providerId="LiveId" clId="{E1DD4053-3D79-4A96-89E4-84215EBC4383}" dt="2025-12-19T04:38:49.874" v="1925" actId="14100"/>
          <ac:spMkLst>
            <pc:docMk/>
            <pc:sldMk cId="678789892" sldId="267"/>
            <ac:spMk id="3" creationId="{0DD7314F-2ED4-06B8-1C38-5126CE77AC66}"/>
          </ac:spMkLst>
        </pc:spChg>
        <pc:picChg chg="add mod">
          <ac:chgData name="SHASHANK RACHA" userId="7908fa80301a620d" providerId="LiveId" clId="{E1DD4053-3D79-4A96-89E4-84215EBC4383}" dt="2025-12-17T16:08:55.396" v="1334" actId="1076"/>
          <ac:picMkLst>
            <pc:docMk/>
            <pc:sldMk cId="678789892" sldId="267"/>
            <ac:picMk id="4" creationId="{99E1027C-4763-297C-BE01-6CAF496AC2F0}"/>
          </ac:picMkLst>
        </pc:picChg>
        <pc:picChg chg="mod modCrop">
          <ac:chgData name="SHASHANK RACHA" userId="7908fa80301a620d" providerId="LiveId" clId="{E1DD4053-3D79-4A96-89E4-84215EBC4383}" dt="2025-12-17T16:08:58.571" v="1335" actId="14100"/>
          <ac:picMkLst>
            <pc:docMk/>
            <pc:sldMk cId="678789892" sldId="267"/>
            <ac:picMk id="5" creationId="{D90911CE-D1F3-DB96-A80A-4A28C3B857A7}"/>
          </ac:picMkLst>
        </pc:picChg>
        <pc:picChg chg="add del mod">
          <ac:chgData name="SHASHANK RACHA" userId="7908fa80301a620d" providerId="LiveId" clId="{E1DD4053-3D79-4A96-89E4-84215EBC4383}" dt="2025-12-19T01:48:30.260" v="1756" actId="478"/>
          <ac:picMkLst>
            <pc:docMk/>
            <pc:sldMk cId="678789892" sldId="267"/>
            <ac:picMk id="6" creationId="{5EA9D49E-7D1D-4391-8D6E-81152E9567E8}"/>
          </ac:picMkLst>
        </pc:picChg>
        <pc:picChg chg="add mod">
          <ac:chgData name="SHASHANK RACHA" userId="7908fa80301a620d" providerId="LiveId" clId="{E1DD4053-3D79-4A96-89E4-84215EBC4383}" dt="2025-12-19T01:48:30.801" v="1757"/>
          <ac:picMkLst>
            <pc:docMk/>
            <pc:sldMk cId="678789892" sldId="267"/>
            <ac:picMk id="7" creationId="{72EEF5E9-F569-3DEB-A33D-07BF43D851F5}"/>
          </ac:picMkLst>
        </pc:picChg>
      </pc:sldChg>
      <pc:sldChg chg="addSp delSp modSp add mod modTransition">
        <pc:chgData name="SHASHANK RACHA" userId="7908fa80301a620d" providerId="LiveId" clId="{E1DD4053-3D79-4A96-89E4-84215EBC4383}" dt="2025-12-19T01:48:34.707" v="1759"/>
        <pc:sldMkLst>
          <pc:docMk/>
          <pc:sldMk cId="1837833666" sldId="268"/>
        </pc:sldMkLst>
        <pc:spChg chg="mod">
          <ac:chgData name="SHASHANK RACHA" userId="7908fa80301a620d" providerId="LiveId" clId="{E1DD4053-3D79-4A96-89E4-84215EBC4383}" dt="2025-12-17T11:15:14.938" v="358" actId="1076"/>
          <ac:spMkLst>
            <pc:docMk/>
            <pc:sldMk cId="1837833666" sldId="268"/>
            <ac:spMk id="2" creationId="{C80C3748-30CD-9254-C41F-A9824D2ECCD8}"/>
          </ac:spMkLst>
        </pc:spChg>
        <pc:spChg chg="mod">
          <ac:chgData name="SHASHANK RACHA" userId="7908fa80301a620d" providerId="LiveId" clId="{E1DD4053-3D79-4A96-89E4-84215EBC4383}" dt="2025-12-17T16:04:40.298" v="1299" actId="207"/>
          <ac:spMkLst>
            <pc:docMk/>
            <pc:sldMk cId="1837833666" sldId="268"/>
            <ac:spMk id="3" creationId="{155E5859-CD21-C40A-17AA-43F3782D2157}"/>
          </ac:spMkLst>
        </pc:spChg>
        <pc:spChg chg="add mod">
          <ac:chgData name="SHASHANK RACHA" userId="7908fa80301a620d" providerId="LiveId" clId="{E1DD4053-3D79-4A96-89E4-84215EBC4383}" dt="2025-12-17T16:04:29.615" v="1298" actId="14100"/>
          <ac:spMkLst>
            <pc:docMk/>
            <pc:sldMk cId="1837833666" sldId="268"/>
            <ac:spMk id="4" creationId="{A2326E47-EF28-5BA1-37E6-7049A38A9EF2}"/>
          </ac:spMkLst>
        </pc:spChg>
        <pc:picChg chg="add del mod">
          <ac:chgData name="SHASHANK RACHA" userId="7908fa80301a620d" providerId="LiveId" clId="{E1DD4053-3D79-4A96-89E4-84215EBC4383}" dt="2025-12-19T01:48:34.210" v="1758" actId="478"/>
          <ac:picMkLst>
            <pc:docMk/>
            <pc:sldMk cId="1837833666" sldId="268"/>
            <ac:picMk id="5" creationId="{3AA2DB91-687E-B74F-D248-5BF4B765E4CF}"/>
          </ac:picMkLst>
        </pc:picChg>
        <pc:picChg chg="add mod">
          <ac:chgData name="SHASHANK RACHA" userId="7908fa80301a620d" providerId="LiveId" clId="{E1DD4053-3D79-4A96-89E4-84215EBC4383}" dt="2025-12-17T15:58:52.757" v="1137" actId="14100"/>
          <ac:picMkLst>
            <pc:docMk/>
            <pc:sldMk cId="1837833666" sldId="268"/>
            <ac:picMk id="6" creationId="{01CBDBE3-1899-2AA2-230C-E098BFC5BBBF}"/>
          </ac:picMkLst>
        </pc:picChg>
        <pc:picChg chg="add mod">
          <ac:chgData name="SHASHANK RACHA" userId="7908fa80301a620d" providerId="LiveId" clId="{E1DD4053-3D79-4A96-89E4-84215EBC4383}" dt="2025-12-19T01:48:34.707" v="1759"/>
          <ac:picMkLst>
            <pc:docMk/>
            <pc:sldMk cId="1837833666" sldId="268"/>
            <ac:picMk id="7" creationId="{E6A4D3C1-B3D2-E120-7712-08A3D7894C52}"/>
          </ac:picMkLst>
        </pc:picChg>
      </pc:sldChg>
      <pc:sldChg chg="delSp modSp add del mod">
        <pc:chgData name="SHASHANK RACHA" userId="7908fa80301a620d" providerId="LiveId" clId="{E1DD4053-3D79-4A96-89E4-84215EBC4383}" dt="2025-12-17T16:09:18.791" v="1337" actId="47"/>
        <pc:sldMkLst>
          <pc:docMk/>
          <pc:sldMk cId="3626603759" sldId="269"/>
        </pc:sldMkLst>
      </pc:sldChg>
      <pc:sldChg chg="addSp delSp modSp new mod modTransition">
        <pc:chgData name="SHASHANK RACHA" userId="7908fa80301a620d" providerId="LiveId" clId="{E1DD4053-3D79-4A96-89E4-84215EBC4383}" dt="2025-12-19T04:39:22.901" v="1927" actId="255"/>
        <pc:sldMkLst>
          <pc:docMk/>
          <pc:sldMk cId="3156753422" sldId="270"/>
        </pc:sldMkLst>
        <pc:spChg chg="mod">
          <ac:chgData name="SHASHANK RACHA" userId="7908fa80301a620d" providerId="LiveId" clId="{E1DD4053-3D79-4A96-89E4-84215EBC4383}" dt="2025-12-17T11:20:53.045" v="401" actId="14100"/>
          <ac:spMkLst>
            <pc:docMk/>
            <pc:sldMk cId="3156753422" sldId="270"/>
            <ac:spMk id="2" creationId="{822D9CA4-0B4A-1CED-EDA3-FE92D8EB5D4E}"/>
          </ac:spMkLst>
        </pc:spChg>
        <pc:spChg chg="mod">
          <ac:chgData name="SHASHANK RACHA" userId="7908fa80301a620d" providerId="LiveId" clId="{E1DD4053-3D79-4A96-89E4-84215EBC4383}" dt="2025-12-19T04:39:22.901" v="1927" actId="255"/>
          <ac:spMkLst>
            <pc:docMk/>
            <pc:sldMk cId="3156753422" sldId="270"/>
            <ac:spMk id="3" creationId="{37029995-304F-FB5A-CA4A-93A2393B5D9B}"/>
          </ac:spMkLst>
        </pc:spChg>
        <pc:picChg chg="add del mod">
          <ac:chgData name="SHASHANK RACHA" userId="7908fa80301a620d" providerId="LiveId" clId="{E1DD4053-3D79-4A96-89E4-84215EBC4383}" dt="2025-12-19T01:48:38.529" v="1760" actId="478"/>
          <ac:picMkLst>
            <pc:docMk/>
            <pc:sldMk cId="3156753422" sldId="270"/>
            <ac:picMk id="4" creationId="{DF507124-D286-DEEB-3E32-A7C130136D82}"/>
          </ac:picMkLst>
        </pc:picChg>
        <pc:picChg chg="add mod">
          <ac:chgData name="SHASHANK RACHA" userId="7908fa80301a620d" providerId="LiveId" clId="{E1DD4053-3D79-4A96-89E4-84215EBC4383}" dt="2025-12-17T11:19:19.321" v="384" actId="14100"/>
          <ac:picMkLst>
            <pc:docMk/>
            <pc:sldMk cId="3156753422" sldId="270"/>
            <ac:picMk id="5" creationId="{542C99D4-5057-796D-4D4A-B18A8158C895}"/>
          </ac:picMkLst>
        </pc:picChg>
        <pc:picChg chg="add mod">
          <ac:chgData name="SHASHANK RACHA" userId="7908fa80301a620d" providerId="LiveId" clId="{E1DD4053-3D79-4A96-89E4-84215EBC4383}" dt="2025-12-19T01:48:39.087" v="1761"/>
          <ac:picMkLst>
            <pc:docMk/>
            <pc:sldMk cId="3156753422" sldId="270"/>
            <ac:picMk id="6" creationId="{5A88C1D6-4599-E3CB-9DA3-2FADAE20A1B0}"/>
          </ac:picMkLst>
        </pc:picChg>
        <pc:picChg chg="add mod">
          <ac:chgData name="SHASHANK RACHA" userId="7908fa80301a620d" providerId="LiveId" clId="{E1DD4053-3D79-4A96-89E4-84215EBC4383}" dt="2025-12-17T11:19:14.599" v="383" actId="1076"/>
          <ac:picMkLst>
            <pc:docMk/>
            <pc:sldMk cId="3156753422" sldId="270"/>
            <ac:picMk id="7" creationId="{9BA1F9BA-947A-BA5E-F2F8-31140464844E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4:39:55.043" v="1931" actId="1036"/>
        <pc:sldMkLst>
          <pc:docMk/>
          <pc:sldMk cId="335895811" sldId="271"/>
        </pc:sldMkLst>
        <pc:spChg chg="mod">
          <ac:chgData name="SHASHANK RACHA" userId="7908fa80301a620d" providerId="LiveId" clId="{E1DD4053-3D79-4A96-89E4-84215EBC4383}" dt="2025-12-19T04:33:33.525" v="1904" actId="14100"/>
          <ac:spMkLst>
            <pc:docMk/>
            <pc:sldMk cId="335895811" sldId="271"/>
            <ac:spMk id="3" creationId="{08769156-5B4A-AA22-E739-D557222CFA5B}"/>
          </ac:spMkLst>
        </pc:spChg>
        <pc:spChg chg="add mod">
          <ac:chgData name="SHASHANK RACHA" userId="7908fa80301a620d" providerId="LiveId" clId="{E1DD4053-3D79-4A96-89E4-84215EBC4383}" dt="2025-12-19T04:39:55.043" v="1931" actId="1036"/>
          <ac:spMkLst>
            <pc:docMk/>
            <pc:sldMk cId="335895811" sldId="271"/>
            <ac:spMk id="6" creationId="{CB9766A6-B51A-45B4-9B3A-6FBF8B9218B0}"/>
          </ac:spMkLst>
        </pc:spChg>
        <pc:graphicFrameChg chg="add mod">
          <ac:chgData name="SHASHANK RACHA" userId="7908fa80301a620d" providerId="LiveId" clId="{E1DD4053-3D79-4A96-89E4-84215EBC4383}" dt="2025-12-19T04:32:54.566" v="1899" actId="20577"/>
          <ac:graphicFrameMkLst>
            <pc:docMk/>
            <pc:sldMk cId="335895811" sldId="271"/>
            <ac:graphicFrameMk id="8" creationId="{275CEE4D-7A93-4F85-D490-EA974E916042}"/>
          </ac:graphicFrameMkLst>
        </pc:graphicFrameChg>
        <pc:picChg chg="add del mod">
          <ac:chgData name="SHASHANK RACHA" userId="7908fa80301a620d" providerId="LiveId" clId="{E1DD4053-3D79-4A96-89E4-84215EBC4383}" dt="2025-12-19T01:48:44.032" v="1762" actId="478"/>
          <ac:picMkLst>
            <pc:docMk/>
            <pc:sldMk cId="335895811" sldId="271"/>
            <ac:picMk id="2" creationId="{0DF5BAAE-E388-2A18-635F-24636F40AF56}"/>
          </ac:picMkLst>
        </pc:picChg>
        <pc:picChg chg="add mod">
          <ac:chgData name="SHASHANK RACHA" userId="7908fa80301a620d" providerId="LiveId" clId="{E1DD4053-3D79-4A96-89E4-84215EBC4383}" dt="2025-12-19T01:48:44.568" v="1763"/>
          <ac:picMkLst>
            <pc:docMk/>
            <pc:sldMk cId="335895811" sldId="271"/>
            <ac:picMk id="4" creationId="{19C139B7-890F-BD5B-7DCA-14D9EFF44AE7}"/>
          </ac:picMkLst>
        </pc:picChg>
        <pc:picChg chg="add mod">
          <ac:chgData name="SHASHANK RACHA" userId="7908fa80301a620d" providerId="LiveId" clId="{E1DD4053-3D79-4A96-89E4-84215EBC4383}" dt="2025-12-19T04:33:27.740" v="1902" actId="1076"/>
          <ac:picMkLst>
            <pc:docMk/>
            <pc:sldMk cId="335895811" sldId="271"/>
            <ac:picMk id="7" creationId="{0F23C99A-C2D3-19A2-340A-A411EBB5C877}"/>
          </ac:picMkLst>
        </pc:picChg>
        <pc:picChg chg="add mod">
          <ac:chgData name="SHASHANK RACHA" userId="7908fa80301a620d" providerId="LiveId" clId="{E1DD4053-3D79-4A96-89E4-84215EBC4383}" dt="2025-12-17T11:28:46.518" v="454" actId="1076"/>
          <ac:picMkLst>
            <pc:docMk/>
            <pc:sldMk cId="335895811" sldId="271"/>
            <ac:picMk id="9" creationId="{87271B1D-93CB-EF66-745F-B2237911CF90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1:48:50.643" v="1765"/>
        <pc:sldMkLst>
          <pc:docMk/>
          <pc:sldMk cId="3499559859" sldId="272"/>
        </pc:sldMkLst>
        <pc:spChg chg="mod">
          <ac:chgData name="SHASHANK RACHA" userId="7908fa80301a620d" providerId="LiveId" clId="{E1DD4053-3D79-4A96-89E4-84215EBC4383}" dt="2025-12-17T11:30:43.851" v="462" actId="14100"/>
          <ac:spMkLst>
            <pc:docMk/>
            <pc:sldMk cId="3499559859" sldId="272"/>
            <ac:spMk id="2" creationId="{9A6CD598-2EF2-634D-1046-FCA7A399A23F}"/>
          </ac:spMkLst>
        </pc:spChg>
        <pc:spChg chg="mod">
          <ac:chgData name="SHASHANK RACHA" userId="7908fa80301a620d" providerId="LiveId" clId="{E1DD4053-3D79-4A96-89E4-84215EBC4383}" dt="2025-12-17T16:10:58.189" v="1349" actId="207"/>
          <ac:spMkLst>
            <pc:docMk/>
            <pc:sldMk cId="3499559859" sldId="272"/>
            <ac:spMk id="3" creationId="{FB12A9B3-5326-8C3F-F410-54FFD2FEDA89}"/>
          </ac:spMkLst>
        </pc:spChg>
        <pc:spChg chg="add mod">
          <ac:chgData name="SHASHANK RACHA" userId="7908fa80301a620d" providerId="LiveId" clId="{E1DD4053-3D79-4A96-89E4-84215EBC4383}" dt="2025-12-17T16:11:01.695" v="1350" actId="207"/>
          <ac:spMkLst>
            <pc:docMk/>
            <pc:sldMk cId="3499559859" sldId="272"/>
            <ac:spMk id="6" creationId="{F8C2468B-D677-633E-D14B-4E2B56D6CA06}"/>
          </ac:spMkLst>
        </pc:spChg>
        <pc:picChg chg="add del mod">
          <ac:chgData name="SHASHANK RACHA" userId="7908fa80301a620d" providerId="LiveId" clId="{E1DD4053-3D79-4A96-89E4-84215EBC4383}" dt="2025-12-19T01:48:50.133" v="1764" actId="478"/>
          <ac:picMkLst>
            <pc:docMk/>
            <pc:sldMk cId="3499559859" sldId="272"/>
            <ac:picMk id="4" creationId="{7480D5C2-FEE2-08B2-6D74-204B714976A5}"/>
          </ac:picMkLst>
        </pc:picChg>
        <pc:picChg chg="add mod">
          <ac:chgData name="SHASHANK RACHA" userId="7908fa80301a620d" providerId="LiveId" clId="{E1DD4053-3D79-4A96-89E4-84215EBC4383}" dt="2025-12-17T11:33:14.069" v="478" actId="1076"/>
          <ac:picMkLst>
            <pc:docMk/>
            <pc:sldMk cId="3499559859" sldId="272"/>
            <ac:picMk id="5" creationId="{F3A1E0C1-5169-F110-F00C-BDC88D8DF6D7}"/>
          </ac:picMkLst>
        </pc:picChg>
        <pc:picChg chg="add mod">
          <ac:chgData name="SHASHANK RACHA" userId="7908fa80301a620d" providerId="LiveId" clId="{E1DD4053-3D79-4A96-89E4-84215EBC4383}" dt="2025-12-19T01:48:50.643" v="1765"/>
          <ac:picMkLst>
            <pc:docMk/>
            <pc:sldMk cId="3499559859" sldId="272"/>
            <ac:picMk id="7" creationId="{B3597C13-C36F-7905-D2FF-F6F7C6F38E29}"/>
          </ac:picMkLst>
        </pc:picChg>
        <pc:picChg chg="add mod">
          <ac:chgData name="SHASHANK RACHA" userId="7908fa80301a620d" providerId="LiveId" clId="{E1DD4053-3D79-4A96-89E4-84215EBC4383}" dt="2025-12-17T11:35:31.221" v="495" actId="1076"/>
          <ac:picMkLst>
            <pc:docMk/>
            <pc:sldMk cId="3499559859" sldId="272"/>
            <ac:picMk id="8" creationId="{E8E2CAFA-BACA-4CC1-1592-1AE1F17F7528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1:48:54.787" v="1767"/>
        <pc:sldMkLst>
          <pc:docMk/>
          <pc:sldMk cId="3659553671" sldId="273"/>
        </pc:sldMkLst>
        <pc:spChg chg="mod">
          <ac:chgData name="SHASHANK RACHA" userId="7908fa80301a620d" providerId="LiveId" clId="{E1DD4053-3D79-4A96-89E4-84215EBC4383}" dt="2025-12-17T16:11:33.202" v="1355" actId="5793"/>
          <ac:spMkLst>
            <pc:docMk/>
            <pc:sldMk cId="3659553671" sldId="273"/>
            <ac:spMk id="3" creationId="{75614CE5-028D-E3E1-6DB8-4D715E35C292}"/>
          </ac:spMkLst>
        </pc:spChg>
        <pc:spChg chg="add mod">
          <ac:chgData name="SHASHANK RACHA" userId="7908fa80301a620d" providerId="LiveId" clId="{E1DD4053-3D79-4A96-89E4-84215EBC4383}" dt="2025-12-17T17:00:33.823" v="1705" actId="14100"/>
          <ac:spMkLst>
            <pc:docMk/>
            <pc:sldMk cId="3659553671" sldId="273"/>
            <ac:spMk id="6" creationId="{6353DB55-3D5D-CA43-E75D-8EA98DD16B12}"/>
          </ac:spMkLst>
        </pc:spChg>
        <pc:picChg chg="add del mod">
          <ac:chgData name="SHASHANK RACHA" userId="7908fa80301a620d" providerId="LiveId" clId="{E1DD4053-3D79-4A96-89E4-84215EBC4383}" dt="2025-12-19T01:48:54.233" v="1766" actId="478"/>
          <ac:picMkLst>
            <pc:docMk/>
            <pc:sldMk cId="3659553671" sldId="273"/>
            <ac:picMk id="2" creationId="{56575DA8-A04C-9FCE-1385-AA2D65B7423F}"/>
          </ac:picMkLst>
        </pc:picChg>
        <pc:picChg chg="add mod">
          <ac:chgData name="SHASHANK RACHA" userId="7908fa80301a620d" providerId="LiveId" clId="{E1DD4053-3D79-4A96-89E4-84215EBC4383}" dt="2025-12-19T01:48:54.787" v="1767"/>
          <ac:picMkLst>
            <pc:docMk/>
            <pc:sldMk cId="3659553671" sldId="273"/>
            <ac:picMk id="4" creationId="{BD9ACCAC-A9AE-B9FA-B11F-32E71D6C3DC6}"/>
          </ac:picMkLst>
        </pc:picChg>
        <pc:picChg chg="add mod">
          <ac:chgData name="SHASHANK RACHA" userId="7908fa80301a620d" providerId="LiveId" clId="{E1DD4053-3D79-4A96-89E4-84215EBC4383}" dt="2025-12-17T11:37:29.623" v="508" actId="1076"/>
          <ac:picMkLst>
            <pc:docMk/>
            <pc:sldMk cId="3659553671" sldId="273"/>
            <ac:picMk id="5" creationId="{B18D8378-757F-6033-E819-946CBC2A543E}"/>
          </ac:picMkLst>
        </pc:picChg>
        <pc:picChg chg="add mod">
          <ac:chgData name="SHASHANK RACHA" userId="7908fa80301a620d" providerId="LiveId" clId="{E1DD4053-3D79-4A96-89E4-84215EBC4383}" dt="2025-12-17T17:00:26.458" v="1700" actId="1076"/>
          <ac:picMkLst>
            <pc:docMk/>
            <pc:sldMk cId="3659553671" sldId="273"/>
            <ac:picMk id="8" creationId="{9694EBBD-CD65-DA6E-DAD7-6C0D63C657D3}"/>
          </ac:picMkLst>
        </pc:picChg>
      </pc:sldChg>
      <pc:sldChg chg="addSp delSp modSp new mod modTransition">
        <pc:chgData name="SHASHANK RACHA" userId="7908fa80301a620d" providerId="LiveId" clId="{E1DD4053-3D79-4A96-89E4-84215EBC4383}" dt="2025-12-19T01:48:58.676" v="1769"/>
        <pc:sldMkLst>
          <pc:docMk/>
          <pc:sldMk cId="1726566182" sldId="274"/>
        </pc:sldMkLst>
        <pc:spChg chg="mod">
          <ac:chgData name="SHASHANK RACHA" userId="7908fa80301a620d" providerId="LiveId" clId="{E1DD4053-3D79-4A96-89E4-84215EBC4383}" dt="2025-12-17T16:57:53.824" v="1678" actId="1076"/>
          <ac:spMkLst>
            <pc:docMk/>
            <pc:sldMk cId="1726566182" sldId="274"/>
            <ac:spMk id="2" creationId="{950BABE1-D2A2-CA35-9A88-40DAD35F4D7D}"/>
          </ac:spMkLst>
        </pc:spChg>
        <pc:spChg chg="add mod">
          <ac:chgData name="SHASHANK RACHA" userId="7908fa80301a620d" providerId="LiveId" clId="{E1DD4053-3D79-4A96-89E4-84215EBC4383}" dt="2025-12-17T16:58:06.994" v="1680" actId="14100"/>
          <ac:spMkLst>
            <pc:docMk/>
            <pc:sldMk cId="1726566182" sldId="274"/>
            <ac:spMk id="5" creationId="{DF382FDD-51A3-E5F2-19C6-89C6BF6589F4}"/>
          </ac:spMkLst>
        </pc:spChg>
        <pc:spChg chg="add mod">
          <ac:chgData name="SHASHANK RACHA" userId="7908fa80301a620d" providerId="LiveId" clId="{E1DD4053-3D79-4A96-89E4-84215EBC4383}" dt="2025-12-17T16:57:49.043" v="1677" actId="1076"/>
          <ac:spMkLst>
            <pc:docMk/>
            <pc:sldMk cId="1726566182" sldId="274"/>
            <ac:spMk id="6" creationId="{20AD7FA1-7DEA-8275-A5C1-B2F29AA49656}"/>
          </ac:spMkLst>
        </pc:spChg>
        <pc:picChg chg="add mod">
          <ac:chgData name="SHASHANK RACHA" userId="7908fa80301a620d" providerId="LiveId" clId="{E1DD4053-3D79-4A96-89E4-84215EBC4383}" dt="2025-12-19T01:48:58.676" v="1769"/>
          <ac:picMkLst>
            <pc:docMk/>
            <pc:sldMk cId="1726566182" sldId="274"/>
            <ac:picMk id="3" creationId="{8B62107C-23DE-36F1-24FB-4D38ED677B86}"/>
          </ac:picMkLst>
        </pc:picChg>
        <pc:picChg chg="add del mod">
          <ac:chgData name="SHASHANK RACHA" userId="7908fa80301a620d" providerId="LiveId" clId="{E1DD4053-3D79-4A96-89E4-84215EBC4383}" dt="2025-12-19T01:48:58.176" v="1768" actId="478"/>
          <ac:picMkLst>
            <pc:docMk/>
            <pc:sldMk cId="1726566182" sldId="274"/>
            <ac:picMk id="9" creationId="{9A6CDD23-876A-28BA-E233-109222B68FB7}"/>
          </ac:picMkLst>
        </pc:picChg>
      </pc:sldChg>
      <pc:sldChg chg="addSp modSp new mod ord modTransition">
        <pc:chgData name="SHASHANK RACHA" userId="7908fa80301a620d" providerId="LiveId" clId="{E1DD4053-3D79-4A96-89E4-84215EBC4383}" dt="2025-12-19T01:47:12.375" v="1735" actId="14100"/>
        <pc:sldMkLst>
          <pc:docMk/>
          <pc:sldMk cId="94905925" sldId="275"/>
        </pc:sldMkLst>
        <pc:spChg chg="mod">
          <ac:chgData name="SHASHANK RACHA" userId="7908fa80301a620d" providerId="LiveId" clId="{E1DD4053-3D79-4A96-89E4-84215EBC4383}" dt="2025-12-17T11:49:04.733" v="629" actId="20577"/>
          <ac:spMkLst>
            <pc:docMk/>
            <pc:sldMk cId="94905925" sldId="275"/>
            <ac:spMk id="2" creationId="{3FD40008-38A8-2C69-4C7D-976C959626CA}"/>
          </ac:spMkLst>
        </pc:spChg>
        <pc:spChg chg="mod">
          <ac:chgData name="SHASHANK RACHA" userId="7908fa80301a620d" providerId="LiveId" clId="{E1DD4053-3D79-4A96-89E4-84215EBC4383}" dt="2025-12-17T14:50:08.458" v="710" actId="113"/>
          <ac:spMkLst>
            <pc:docMk/>
            <pc:sldMk cId="94905925" sldId="275"/>
            <ac:spMk id="3" creationId="{E4859343-0B2D-2DFE-034A-0E60BEA35332}"/>
          </ac:spMkLst>
        </pc:spChg>
        <pc:picChg chg="add mod">
          <ac:chgData name="SHASHANK RACHA" userId="7908fa80301a620d" providerId="LiveId" clId="{E1DD4053-3D79-4A96-89E4-84215EBC4383}" dt="2025-12-19T01:47:12.375" v="1735" actId="14100"/>
          <ac:picMkLst>
            <pc:docMk/>
            <pc:sldMk cId="94905925" sldId="275"/>
            <ac:picMk id="1026" creationId="{D6FB5422-8151-B101-0F33-9C76D3B90861}"/>
          </ac:picMkLst>
        </pc:picChg>
      </pc:sldChg>
      <pc:sldChg chg="delSp modSp add mod">
        <pc:chgData name="SHASHANK RACHA" userId="7908fa80301a620d" providerId="LiveId" clId="{E1DD4053-3D79-4A96-89E4-84215EBC4383}" dt="2025-12-19T02:34:48.883" v="1853" actId="14100"/>
        <pc:sldMkLst>
          <pc:docMk/>
          <pc:sldMk cId="3921758242" sldId="276"/>
        </pc:sldMkLst>
        <pc:spChg chg="mod">
          <ac:chgData name="SHASHANK RACHA" userId="7908fa80301a620d" providerId="LiveId" clId="{E1DD4053-3D79-4A96-89E4-84215EBC4383}" dt="2025-12-19T02:34:21.031" v="1845" actId="27636"/>
          <ac:spMkLst>
            <pc:docMk/>
            <pc:sldMk cId="3921758242" sldId="276"/>
            <ac:spMk id="3" creationId="{E30A0DF6-D305-8B56-DAE9-C98522D7E2AE}"/>
          </ac:spMkLst>
        </pc:spChg>
        <pc:graphicFrameChg chg="mod">
          <ac:chgData name="SHASHANK RACHA" userId="7908fa80301a620d" providerId="LiveId" clId="{E1DD4053-3D79-4A96-89E4-84215EBC4383}" dt="2025-12-19T02:34:48.883" v="1853" actId="14100"/>
          <ac:graphicFrameMkLst>
            <pc:docMk/>
            <pc:sldMk cId="3921758242" sldId="276"/>
            <ac:graphicFrameMk id="6" creationId="{D83F17CD-58C5-BF3D-4889-6F9DC89285B6}"/>
          </ac:graphicFrameMkLst>
        </pc:graphicFrameChg>
        <pc:picChg chg="mod">
          <ac:chgData name="SHASHANK RACHA" userId="7908fa80301a620d" providerId="LiveId" clId="{E1DD4053-3D79-4A96-89E4-84215EBC4383}" dt="2025-12-19T02:34:33.571" v="1848" actId="1076"/>
          <ac:picMkLst>
            <pc:docMk/>
            <pc:sldMk cId="3921758242" sldId="276"/>
            <ac:picMk id="9" creationId="{8CD78C51-5429-4CA6-7C1C-32A3DCACF4EA}"/>
          </ac:picMkLst>
        </pc:picChg>
        <pc:picChg chg="del">
          <ac:chgData name="SHASHANK RACHA" userId="7908fa80301a620d" providerId="LiveId" clId="{E1DD4053-3D79-4A96-89E4-84215EBC4383}" dt="2025-12-19T02:34:26.182" v="1846" actId="478"/>
          <ac:picMkLst>
            <pc:docMk/>
            <pc:sldMk cId="3921758242" sldId="276"/>
            <ac:picMk id="11" creationId="{51FFF7D8-EB20-EF23-87AC-13EB657854BD}"/>
          </ac:picMkLst>
        </pc:picChg>
      </pc:sldChg>
      <pc:sldMasterChg chg="setBg">
        <pc:chgData name="SHASHANK RACHA" userId="7908fa80301a620d" providerId="LiveId" clId="{E1DD4053-3D79-4A96-89E4-84215EBC4383}" dt="2025-12-16T17:12:45.075" v="1"/>
        <pc:sldMasterMkLst>
          <pc:docMk/>
          <pc:sldMasterMk cId="766248790" sldId="2147483648"/>
        </pc:sldMasterMkLst>
      </pc:sldMasterChg>
      <pc:sldMasterChg chg="modTransition modSldLayout">
        <pc:chgData name="SHASHANK RACHA" userId="7908fa80301a620d" providerId="LiveId" clId="{E1DD4053-3D79-4A96-89E4-84215EBC4383}" dt="2025-12-17T17:05:53.023" v="1732"/>
        <pc:sldMasterMkLst>
          <pc:docMk/>
          <pc:sldMasterMk cId="4272837031" sldId="2147483882"/>
        </pc:sldMasterMkLst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815098449" sldId="2147483883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865676236" sldId="2147483884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3583726535" sldId="2147483885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2177837671" sldId="2147483886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3740384238" sldId="2147483887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63203509" sldId="2147483888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691829463" sldId="2147483889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774531936" sldId="2147483890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431780526" sldId="2147483891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3774476756" sldId="2147483892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486302498" sldId="2147483893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396816216" sldId="2147483894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103827513" sldId="2147483895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962099018" sldId="2147483896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3604899657" sldId="2147483897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1535727314" sldId="2147483898"/>
          </pc:sldLayoutMkLst>
        </pc:sldLayoutChg>
        <pc:sldLayoutChg chg="modTransition">
          <pc:chgData name="SHASHANK RACHA" userId="7908fa80301a620d" providerId="LiveId" clId="{E1DD4053-3D79-4A96-89E4-84215EBC4383}" dt="2025-12-17T17:05:53.023" v="1732"/>
          <pc:sldLayoutMkLst>
            <pc:docMk/>
            <pc:sldMasterMk cId="4272837031" sldId="2147483882"/>
            <pc:sldLayoutMk cId="942777313" sldId="214748389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Routes vs Avg_DelayHours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Sheet6!$B$2:$B$11</c:f>
              <c:numCache>
                <c:formatCode>General</c:formatCode>
                <c:ptCount val="1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3E-48D6-A180-6620A56EA0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19335183"/>
        <c:axId val="1419335663"/>
        <c:axId val="0"/>
      </c:bar3DChart>
      <c:catAx>
        <c:axId val="1419335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9335663"/>
        <c:crosses val="autoZero"/>
        <c:auto val="1"/>
        <c:lblAlgn val="ctr"/>
        <c:lblOffset val="100"/>
        <c:noMultiLvlLbl val="0"/>
      </c:catAx>
      <c:valAx>
        <c:axId val="14193356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19335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Avg_delay_hours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Sheet2!$B$1</c:f>
              <c:strCache>
                <c:ptCount val="1"/>
                <c:pt idx="0">
                  <c:v>avg_delay_hours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6D2-462B-B690-6AF5BA4DF8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6D2-462B-B690-6AF5BA4DF8CA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Sheet2!$A$2:$A$3</c:f>
              <c:strCache>
                <c:ptCount val="2"/>
                <c:pt idx="0">
                  <c:v>Standard</c:v>
                </c:pt>
                <c:pt idx="1">
                  <c:v>Express</c:v>
                </c:pt>
              </c:strCache>
            </c:strRef>
          </c:cat>
          <c:val>
            <c:numRef>
              <c:f>Sheet2!$B$2:$B$3</c:f>
              <c:numCache>
                <c:formatCode>General</c:formatCode>
                <c:ptCount val="2"/>
                <c:pt idx="0">
                  <c:v>21.82</c:v>
                </c:pt>
                <c:pt idx="1">
                  <c:v>22.41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D2-462B-B690-6AF5BA4DF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rgbClr val="FFFF00"/>
                </a:solidFill>
              </a:rPr>
              <a:t>Warehouse vs </a:t>
            </a:r>
            <a:r>
              <a:rPr lang="en-US" b="1" dirty="0" err="1">
                <a:solidFill>
                  <a:srgbClr val="FFFF00"/>
                </a:solidFill>
              </a:rPr>
              <a:t>Avg_delay</a:t>
            </a:r>
            <a:endParaRPr lang="en-US" b="1" dirty="0">
              <a:solidFill>
                <a:srgbClr val="FFFF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Sheet9!$B$1</c:f>
              <c:strCache>
                <c:ptCount val="1"/>
                <c:pt idx="0">
                  <c:v>Avg_delay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Sheet9!$A$2:$A$7</c:f>
              <c:strCache>
                <c:ptCount val="6"/>
                <c:pt idx="0">
                  <c:v>W004</c:v>
                </c:pt>
                <c:pt idx="1">
                  <c:v>W003</c:v>
                </c:pt>
                <c:pt idx="2">
                  <c:v>W008</c:v>
                </c:pt>
                <c:pt idx="3">
                  <c:v>W005</c:v>
                </c:pt>
                <c:pt idx="4">
                  <c:v>W007</c:v>
                </c:pt>
                <c:pt idx="5">
                  <c:v>W010</c:v>
                </c:pt>
              </c:strCache>
            </c:strRef>
          </c:cat>
          <c:val>
            <c:numRef>
              <c:f>Sheet9!$B$2:$B$7</c:f>
              <c:numCache>
                <c:formatCode>General</c:formatCode>
                <c:ptCount val="6"/>
                <c:pt idx="0">
                  <c:v>25.88</c:v>
                </c:pt>
                <c:pt idx="1">
                  <c:v>25.54</c:v>
                </c:pt>
                <c:pt idx="2">
                  <c:v>24.35</c:v>
                </c:pt>
                <c:pt idx="3">
                  <c:v>22.43</c:v>
                </c:pt>
                <c:pt idx="4">
                  <c:v>22.06</c:v>
                </c:pt>
                <c:pt idx="5">
                  <c:v>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0-4514-B7F8-02A4B5C4B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19330383"/>
        <c:axId val="1419336143"/>
        <c:axId val="0"/>
      </c:bar3DChart>
      <c:catAx>
        <c:axId val="141933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9336143"/>
        <c:crosses val="autoZero"/>
        <c:auto val="1"/>
        <c:lblAlgn val="ctr"/>
        <c:lblOffset val="100"/>
        <c:noMultiLvlLbl val="0"/>
      </c:catAx>
      <c:valAx>
        <c:axId val="14193361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19330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/>
              <a:t>On_time_delivery_percentage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Sheet8!$D$1</c:f>
              <c:strCache>
                <c:ptCount val="1"/>
                <c:pt idx="0">
                  <c:v>on_time_delivery_percentage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Sheet8!$A$2:$A$11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W009</c:v>
                </c:pt>
                <c:pt idx="4">
                  <c:v>W001</c:v>
                </c:pt>
                <c:pt idx="5">
                  <c:v>W003</c:v>
                </c:pt>
                <c:pt idx="6">
                  <c:v>W002</c:v>
                </c:pt>
                <c:pt idx="7">
                  <c:v>W004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Sheet8!$D$2:$D$11</c:f>
              <c:numCache>
                <c:formatCode>0.00</c:formatCode>
                <c:ptCount val="10"/>
                <c:pt idx="0">
                  <c:v>10.7143</c:v>
                </c:pt>
                <c:pt idx="1">
                  <c:v>8.7378999999999998</c:v>
                </c:pt>
                <c:pt idx="2">
                  <c:v>7.8430999999999997</c:v>
                </c:pt>
                <c:pt idx="3">
                  <c:v>7.6923000000000004</c:v>
                </c:pt>
                <c:pt idx="4">
                  <c:v>6.7961</c:v>
                </c:pt>
                <c:pt idx="5">
                  <c:v>6.5420999999999996</c:v>
                </c:pt>
                <c:pt idx="6">
                  <c:v>6.1856</c:v>
                </c:pt>
                <c:pt idx="7">
                  <c:v>5.5556000000000001</c:v>
                </c:pt>
                <c:pt idx="8">
                  <c:v>5.0505000000000004</c:v>
                </c:pt>
                <c:pt idx="9">
                  <c:v>2.0832999999999999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BD-4EFB-A7C9-E8A7D1AC854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305181727"/>
        <c:axId val="1496985087"/>
      </c:barChart>
      <c:catAx>
        <c:axId val="130518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6985087"/>
        <c:crosses val="autoZero"/>
        <c:auto val="1"/>
        <c:lblAlgn val="ctr"/>
        <c:lblOffset val="100"/>
        <c:noMultiLvlLbl val="0"/>
      </c:catAx>
      <c:valAx>
        <c:axId val="1496985087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30518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Delay</a:t>
            </a:r>
            <a:r>
              <a:rPr lang="en-IN" baseline="0" dirty="0"/>
              <a:t> </a:t>
            </a:r>
            <a:r>
              <a:rPr lang="en-IN" dirty="0"/>
              <a:t>Reason</a:t>
            </a:r>
            <a:r>
              <a:rPr lang="en-IN" baseline="0" dirty="0"/>
              <a:t> </a:t>
            </a:r>
            <a:r>
              <a:rPr lang="en-IN" dirty="0"/>
              <a:t>count</a:t>
            </a:r>
          </a:p>
        </c:rich>
      </c:tx>
      <c:layout>
        <c:manualLayout>
          <c:xMode val="edge"/>
          <c:yMode val="edge"/>
          <c:x val="0.11134322460331124"/>
          <c:y val="4.885439802582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Sheet4!$B$1</c:f>
              <c:strCache>
                <c:ptCount val="1"/>
                <c:pt idx="0">
                  <c:v>delay_count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CF8-421F-BB18-623204E5B35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CF8-421F-BB18-623204E5B35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CF8-421F-BB18-623204E5B356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Sheet4!$A$2:$A$4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</c:strCache>
            </c:strRef>
          </c:cat>
          <c:val>
            <c:numRef>
              <c:f>Sheet4!$B$2:$B$4</c:f>
              <c:numCache>
                <c:formatCode>General</c:formatCode>
                <c:ptCount val="3"/>
                <c:pt idx="0">
                  <c:v>474</c:v>
                </c:pt>
                <c:pt idx="1">
                  <c:v>292</c:v>
                </c:pt>
                <c:pt idx="2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F8-421F-BB18-623204E5B3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77725-506A-4887-9F76-ED6B46D8FD2A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AB852-BBFD-4D0C-AABB-99B4FDFD2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8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AB852-BBFD-4D0C-AABB-99B4FDFD242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19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98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76236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2653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37671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384238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03509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829463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31936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780526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76756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02498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16216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827513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099018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899657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27314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77313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C35A5F-3C8A-4003-841F-A6C1C0E7EEF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CCB404-6656-4350-B23A-4BEB598CB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37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ransition spd="slow">
    <p:wipe dir="r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0008-38A8-2C69-4C7D-976C9596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9627123" cy="110607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Logistics Optimization for Delivery Routes – FedEx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59343-0B2D-2DFE-034A-0E60BEA3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191" y="2065868"/>
            <a:ext cx="10131425" cy="28832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Problem statement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 a SQL-driven logistics analytics system to analyse shipment performance, optimize routes, and enhance delivery efficiency across FedEx’s global network. The project aims to: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Identify delay patterns and operational inefficiencies. 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Optimize hub and route combinations for improved transit times. 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Analyse agent- and warehouse-level performance. 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Identifying the root causes of transit and delivery delays (e.g., customs clearance, weather disruptions, route congestion).</a:t>
            </a: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 descr="FedEx Logo and symbol, meaning, history ...">
            <a:extLst>
              <a:ext uri="{FF2B5EF4-FFF2-40B4-BE49-F238E27FC236}">
                <a16:creationId xmlns:a16="http://schemas.microsoft.com/office/drawing/2014/main" id="{D6FB5422-8151-B101-0F33-9C76D3B9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05925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27DF-2177-57B6-7685-44AD9744C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651" y="526016"/>
            <a:ext cx="6429185" cy="633481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/>
              <a:t>Task 1: Data Cleaning &amp; Preparation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B82144-479A-EFE8-CF07-7E313FD96D04}"/>
              </a:ext>
            </a:extLst>
          </p:cNvPr>
          <p:cNvSpPr txBox="1">
            <a:spLocks/>
          </p:cNvSpPr>
          <p:nvPr/>
        </p:nvSpPr>
        <p:spPr>
          <a:xfrm>
            <a:off x="450848" y="4234071"/>
            <a:ext cx="5171659" cy="20275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14499B2-0BE0-0439-5F7B-BD7269279F28}"/>
              </a:ext>
            </a:extLst>
          </p:cNvPr>
          <p:cNvSpPr txBox="1">
            <a:spLocks/>
          </p:cNvSpPr>
          <p:nvPr/>
        </p:nvSpPr>
        <p:spPr>
          <a:xfrm>
            <a:off x="546651" y="2067339"/>
            <a:ext cx="5171659" cy="2663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select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Order_ID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, count(*) as count from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fedex_orders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group by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Order_ID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having count(*)&gt;1;</a:t>
            </a:r>
          </a:p>
          <a:p>
            <a:pPr algn="l"/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select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Shipment_ID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, count(*) as count from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fedex_shipments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group by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Shipment_ID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having count(*)&gt;1;</a:t>
            </a:r>
          </a:p>
          <a:p>
            <a:pPr algn="l"/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select * from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fedex_shipments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where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delay_hours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is null;</a:t>
            </a:r>
          </a:p>
          <a:p>
            <a:pPr algn="l"/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select * from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fedex_shipments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where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Pickup_Date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&gt; 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Delivery_Date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;</a:t>
            </a:r>
          </a:p>
          <a:p>
            <a:pPr algn="l"/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895670-87B3-9B4B-8A1E-C1208C2C04C1}"/>
              </a:ext>
            </a:extLst>
          </p:cNvPr>
          <p:cNvSpPr/>
          <p:nvPr/>
        </p:nvSpPr>
        <p:spPr>
          <a:xfrm>
            <a:off x="6096000" y="1890330"/>
            <a:ext cx="5423623" cy="3017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There are no duplicate records in orders and shipments tables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shipments table there are no records having delay hours as null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All date columns (</a:t>
            </a:r>
            <a:r>
              <a:rPr lang="en-U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Order_Date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Pickup_Date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Delivery_Date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are in date time format.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And, there is no such data in shipments having pickup date greater than delivery date.</a:t>
            </a:r>
          </a:p>
        </p:txBody>
      </p:sp>
      <p:pic>
        <p:nvPicPr>
          <p:cNvPr id="4" name="Picture 2" descr="FedEx Logo and symbol, meaning, history ...">
            <a:extLst>
              <a:ext uri="{FF2B5EF4-FFF2-40B4-BE49-F238E27FC236}">
                <a16:creationId xmlns:a16="http://schemas.microsoft.com/office/drawing/2014/main" id="{F594D158-05C3-23B3-5558-953563C0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774" y="180092"/>
            <a:ext cx="998011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575044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80CF-4981-B9B2-8E61-5F8E18A7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821635"/>
          </a:xfrm>
        </p:spPr>
        <p:txBody>
          <a:bodyPr>
            <a:normAutofit/>
          </a:bodyPr>
          <a:lstStyle/>
          <a:p>
            <a:r>
              <a:rPr lang="en-US" sz="2400" b="1" dirty="0"/>
              <a:t>Task 2: Delivery Delay Analysis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F288D-185F-0906-19BC-80C73552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79104"/>
            <a:ext cx="4578626" cy="164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Delivery delay (in hours) for each shipment using </a:t>
            </a:r>
            <a:r>
              <a:rPr lang="en-US" sz="1400" dirty="0" err="1">
                <a:solidFill>
                  <a:srgbClr val="FFFF00"/>
                </a:solidFill>
              </a:rPr>
              <a:t>Delivery_Date</a:t>
            </a:r>
            <a:r>
              <a:rPr lang="en-US" sz="1400" dirty="0">
                <a:solidFill>
                  <a:srgbClr val="FFFF00"/>
                </a:solidFill>
              </a:rPr>
              <a:t> – </a:t>
            </a:r>
            <a:r>
              <a:rPr lang="en-US" sz="1400" dirty="0" err="1">
                <a:solidFill>
                  <a:srgbClr val="FFFF00"/>
                </a:solidFill>
              </a:rPr>
              <a:t>Pickup_Date</a:t>
            </a:r>
            <a:r>
              <a:rPr lang="en-US" sz="1400" dirty="0">
                <a:solidFill>
                  <a:srgbClr val="FFFF00"/>
                </a:solidFill>
              </a:rPr>
              <a:t>. </a:t>
            </a:r>
          </a:p>
          <a:p>
            <a:pPr marL="0" indent="0">
              <a:buNone/>
            </a:pPr>
            <a:r>
              <a:rPr lang="en-US" sz="1400" b="1" dirty="0"/>
              <a:t>select </a:t>
            </a:r>
            <a:r>
              <a:rPr lang="en-US" sz="1400" b="1" dirty="0" err="1"/>
              <a:t>Shipment_ID</a:t>
            </a:r>
            <a:r>
              <a:rPr lang="en-US" sz="1400" b="1" dirty="0"/>
              <a:t>,</a:t>
            </a:r>
          </a:p>
          <a:p>
            <a:pPr marL="0" indent="0">
              <a:buNone/>
            </a:pPr>
            <a:r>
              <a:rPr lang="en-US" sz="1400" b="1" dirty="0" err="1"/>
              <a:t>timestampdiff</a:t>
            </a:r>
            <a:r>
              <a:rPr lang="en-US" sz="1400" b="1" dirty="0"/>
              <a:t>(</a:t>
            </a:r>
            <a:r>
              <a:rPr lang="en-US" sz="1400" b="1" dirty="0" err="1"/>
              <a:t>hour,Pickup_Date,Delivery_Date</a:t>
            </a:r>
            <a:r>
              <a:rPr lang="en-US" sz="1400" b="1" dirty="0"/>
              <a:t>) as </a:t>
            </a:r>
            <a:r>
              <a:rPr lang="en-US" sz="1400" b="1" dirty="0" err="1"/>
              <a:t>delay_hoursfrom</a:t>
            </a:r>
            <a:r>
              <a:rPr lang="en-US" sz="1400" b="1" dirty="0"/>
              <a:t> </a:t>
            </a:r>
            <a:r>
              <a:rPr lang="en-US" sz="1400" b="1" dirty="0" err="1"/>
              <a:t>fedex_shipments</a:t>
            </a:r>
            <a:r>
              <a:rPr lang="en-US" sz="1400" b="1" dirty="0"/>
              <a:t> 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F28E2-A067-82A5-E3B8-7F33CC2A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20" r="68248"/>
          <a:stretch>
            <a:fillRect/>
          </a:stretch>
        </p:blipFill>
        <p:spPr>
          <a:xfrm>
            <a:off x="5503035" y="1877833"/>
            <a:ext cx="1709018" cy="1578888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>
            <a:softEdge rad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7913E3-EC86-0C6E-F2D4-F1465929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203" r="57039"/>
          <a:stretch>
            <a:fillRect/>
          </a:stretch>
        </p:blipFill>
        <p:spPr>
          <a:xfrm>
            <a:off x="5503035" y="3903319"/>
            <a:ext cx="2312333" cy="1430681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B2D9A8-BA4D-8AB3-3131-60EC7EB77918}"/>
              </a:ext>
            </a:extLst>
          </p:cNvPr>
          <p:cNvSpPr txBox="1">
            <a:spLocks/>
          </p:cNvSpPr>
          <p:nvPr/>
        </p:nvSpPr>
        <p:spPr>
          <a:xfrm>
            <a:off x="838201" y="3756992"/>
            <a:ext cx="4578626" cy="2262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>
                <a:solidFill>
                  <a:srgbClr val="FFFF00"/>
                </a:solidFill>
              </a:rPr>
              <a:t>Find the Top 10 delayed routes based on average delay hours.</a:t>
            </a:r>
          </a:p>
          <a:p>
            <a:pPr marL="0" indent="0">
              <a:buFont typeface="Arial"/>
              <a:buNone/>
            </a:pPr>
            <a:r>
              <a:rPr lang="en-US" sz="1400" b="1" dirty="0"/>
              <a:t>SELECT     </a:t>
            </a:r>
            <a:r>
              <a:rPr lang="en-US" sz="1400" b="1" dirty="0" err="1"/>
              <a:t>Route_ID</a:t>
            </a:r>
            <a:r>
              <a:rPr lang="en-US" sz="1400" b="1" dirty="0"/>
              <a:t>,    round(AVG(</a:t>
            </a:r>
            <a:r>
              <a:rPr lang="en-US" sz="1400" b="1" dirty="0" err="1"/>
              <a:t>Delay_Hours</a:t>
            </a:r>
            <a:r>
              <a:rPr lang="en-US" sz="1400" b="1" dirty="0"/>
              <a:t>),2) as </a:t>
            </a:r>
            <a:r>
              <a:rPr lang="en-US" sz="1400" b="1" dirty="0" err="1"/>
              <a:t>avg_delay_hours</a:t>
            </a:r>
            <a:r>
              <a:rPr lang="en-US" sz="1400" b="1" dirty="0"/>
              <a:t> </a:t>
            </a:r>
          </a:p>
          <a:p>
            <a:pPr marL="0" indent="0">
              <a:buFont typeface="Arial"/>
              <a:buNone/>
            </a:pPr>
            <a:r>
              <a:rPr lang="en-US" sz="1400" b="1" dirty="0"/>
              <a:t>FROM    </a:t>
            </a:r>
            <a:r>
              <a:rPr lang="en-US" sz="1400" b="1" dirty="0" err="1"/>
              <a:t>fedex_shipments</a:t>
            </a:r>
            <a:r>
              <a:rPr lang="en-US" sz="1400" b="1" dirty="0"/>
              <a:t> </a:t>
            </a:r>
          </a:p>
          <a:p>
            <a:pPr marL="0" indent="0">
              <a:buFont typeface="Arial"/>
              <a:buNone/>
            </a:pPr>
            <a:r>
              <a:rPr lang="en-US" sz="1400" b="1" dirty="0"/>
              <a:t>GROUP BY </a:t>
            </a:r>
            <a:r>
              <a:rPr lang="en-US" sz="1400" b="1" dirty="0" err="1"/>
              <a:t>route_ID</a:t>
            </a:r>
            <a:r>
              <a:rPr lang="en-US" sz="1400" b="1" dirty="0"/>
              <a:t> ORDER BY </a:t>
            </a:r>
            <a:r>
              <a:rPr lang="en-US" sz="1400" b="1" dirty="0" err="1"/>
              <a:t>avg_delay_hours</a:t>
            </a:r>
            <a:r>
              <a:rPr lang="en-US" sz="1400" b="1" dirty="0"/>
              <a:t> DESC LIMIT 10;</a:t>
            </a:r>
          </a:p>
        </p:txBody>
      </p:sp>
      <p:pic>
        <p:nvPicPr>
          <p:cNvPr id="8" name="Picture 2" descr="FedEx Logo and symbol, meaning, history ...">
            <a:extLst>
              <a:ext uri="{FF2B5EF4-FFF2-40B4-BE49-F238E27FC236}">
                <a16:creationId xmlns:a16="http://schemas.microsoft.com/office/drawing/2014/main" id="{107AA263-7D25-E025-E0B3-4641065E7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96983D-CE13-298C-C1D1-D6954FB37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3453330"/>
              </p:ext>
            </p:extLst>
          </p:nvPr>
        </p:nvGraphicFramePr>
        <p:xfrm>
          <a:off x="8140148" y="3674442"/>
          <a:ext cx="367163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7286402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4733-CDFC-9F63-5284-F3120EB2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313" y="357808"/>
            <a:ext cx="10472598" cy="983975"/>
          </a:xfrm>
        </p:spPr>
        <p:txBody>
          <a:bodyPr>
            <a:normAutofit/>
          </a:bodyPr>
          <a:lstStyle/>
          <a:p>
            <a:r>
              <a:rPr lang="en-US" sz="2400" b="1" dirty="0"/>
              <a:t>Task 2: Delivery Delay Analysis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E10E8-EB51-CE0C-1263-E186C9A24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453" y="1555424"/>
            <a:ext cx="5035826" cy="15952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Use SQL window functions to rank shipments by delay within each </a:t>
            </a:r>
            <a:r>
              <a:rPr lang="en-US" sz="1400" dirty="0" err="1">
                <a:solidFill>
                  <a:srgbClr val="FFFF00"/>
                </a:solidFill>
              </a:rPr>
              <a:t>Warehouse_ID</a:t>
            </a:r>
            <a:r>
              <a:rPr lang="en-US" sz="14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Shipment_ID,Warehouse_ID,Delay_Hours</a:t>
            </a:r>
            <a:r>
              <a:rPr lang="en-US" sz="1400" dirty="0"/>
              <a:t>,</a:t>
            </a:r>
          </a:p>
          <a:p>
            <a:pPr marL="0" indent="0">
              <a:buNone/>
            </a:pPr>
            <a:r>
              <a:rPr lang="en-US" sz="1400" dirty="0"/>
              <a:t>rank() over (partition by </a:t>
            </a:r>
            <a:r>
              <a:rPr lang="en-US" sz="1400" dirty="0" err="1"/>
              <a:t>Warehouse_ID</a:t>
            </a:r>
            <a:r>
              <a:rPr lang="en-US" sz="1400" dirty="0"/>
              <a:t> order by </a:t>
            </a:r>
            <a:r>
              <a:rPr lang="en-US" sz="1400" dirty="0" err="1"/>
              <a:t>Delay_Hours</a:t>
            </a:r>
            <a:r>
              <a:rPr lang="en-US" sz="1400" dirty="0"/>
              <a:t> desc) as </a:t>
            </a:r>
            <a:r>
              <a:rPr lang="en-US" sz="1400" dirty="0" err="1"/>
              <a:t>delay_rank</a:t>
            </a:r>
            <a:r>
              <a:rPr lang="en-US" sz="1400" dirty="0"/>
              <a:t> from fedex_shipments ;</a:t>
            </a: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6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90DEE-308B-7D36-8266-6F380F8A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17" b="6092"/>
          <a:stretch>
            <a:fillRect/>
          </a:stretch>
        </p:blipFill>
        <p:spPr>
          <a:xfrm>
            <a:off x="5797825" y="1555424"/>
            <a:ext cx="5334000" cy="1222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92F88-15BA-7AF7-254C-475E667FA6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27"/>
          <a:stretch>
            <a:fillRect/>
          </a:stretch>
        </p:blipFill>
        <p:spPr>
          <a:xfrm>
            <a:off x="5797826" y="3273005"/>
            <a:ext cx="5333999" cy="1295629"/>
          </a:xfrm>
          <a:prstGeom prst="rect">
            <a:avLst/>
          </a:prstGeom>
        </p:spPr>
      </p:pic>
      <p:pic>
        <p:nvPicPr>
          <p:cNvPr id="6" name="Picture 2" descr="FedEx Logo and symbol, meaning, history ...">
            <a:extLst>
              <a:ext uri="{FF2B5EF4-FFF2-40B4-BE49-F238E27FC236}">
                <a16:creationId xmlns:a16="http://schemas.microsoft.com/office/drawing/2014/main" id="{6B20B850-93B1-98F0-A7C6-1F20EE734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F22A010-6EB7-4183-0D4B-0983C9E57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549434"/>
              </p:ext>
            </p:extLst>
          </p:nvPr>
        </p:nvGraphicFramePr>
        <p:xfrm>
          <a:off x="5859778" y="4709159"/>
          <a:ext cx="2916474" cy="1950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8B6159-5CDC-BC2F-DC8A-C698313CE68D}"/>
              </a:ext>
            </a:extLst>
          </p:cNvPr>
          <p:cNvSpPr txBox="1">
            <a:spLocks/>
          </p:cNvSpPr>
          <p:nvPr/>
        </p:nvSpPr>
        <p:spPr>
          <a:xfrm>
            <a:off x="540027" y="3150705"/>
            <a:ext cx="5035826" cy="2042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400" dirty="0">
              <a:solidFill>
                <a:srgbClr val="FFFF00"/>
              </a:solidFill>
            </a:endParaRPr>
          </a:p>
          <a:p>
            <a:pPr marL="0" indent="0">
              <a:buFont typeface="Arial"/>
              <a:buNone/>
            </a:pPr>
            <a:r>
              <a:rPr lang="en-US" sz="1400" dirty="0">
                <a:solidFill>
                  <a:srgbClr val="FFFF00"/>
                </a:solidFill>
              </a:rPr>
              <a:t>The average delay per </a:t>
            </a:r>
            <a:r>
              <a:rPr lang="en-US" sz="1400" dirty="0" err="1">
                <a:solidFill>
                  <a:srgbClr val="FFFF00"/>
                </a:solidFill>
              </a:rPr>
              <a:t>Delivery_Type</a:t>
            </a:r>
            <a:r>
              <a:rPr lang="en-US" sz="1400" dirty="0">
                <a:solidFill>
                  <a:srgbClr val="FFFF00"/>
                </a:solidFill>
              </a:rPr>
              <a:t> (Express / Standard) to compare service-level efficiency. 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select </a:t>
            </a:r>
            <a:r>
              <a:rPr lang="en-US" sz="1400" dirty="0" err="1"/>
              <a:t>delivery_type</a:t>
            </a:r>
            <a:r>
              <a:rPr lang="en-US" sz="1400" dirty="0"/>
              <a:t>, avg(</a:t>
            </a:r>
            <a:r>
              <a:rPr lang="en-US" sz="1400" dirty="0" err="1"/>
              <a:t>delay_hours</a:t>
            </a:r>
            <a:r>
              <a:rPr lang="en-US" sz="1400" dirty="0"/>
              <a:t>) as </a:t>
            </a:r>
            <a:r>
              <a:rPr lang="en-US" sz="1400" dirty="0" err="1"/>
              <a:t>avg_delay_hours</a:t>
            </a:r>
            <a:r>
              <a:rPr lang="en-US" sz="1400" dirty="0"/>
              <a:t> from </a:t>
            </a:r>
            <a:r>
              <a:rPr lang="en-US" sz="1400" dirty="0" err="1"/>
              <a:t>fedex_orders</a:t>
            </a:r>
            <a:r>
              <a:rPr lang="en-US" sz="1400" dirty="0"/>
              <a:t> o join </a:t>
            </a:r>
            <a:r>
              <a:rPr lang="en-US" sz="1400" dirty="0" err="1"/>
              <a:t>fedex_shipments</a:t>
            </a:r>
            <a:r>
              <a:rPr lang="en-US" sz="1400" dirty="0"/>
              <a:t> s 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on </a:t>
            </a:r>
            <a:r>
              <a:rPr lang="en-US" sz="1400" dirty="0" err="1"/>
              <a:t>o.Route_ID</a:t>
            </a:r>
            <a:r>
              <a:rPr lang="en-US" sz="1400" dirty="0"/>
              <a:t> = </a:t>
            </a:r>
            <a:r>
              <a:rPr lang="en-US" sz="1400" dirty="0" err="1"/>
              <a:t>s.Route_ID</a:t>
            </a:r>
            <a:r>
              <a:rPr lang="en-US" sz="1400" dirty="0"/>
              <a:t> group by </a:t>
            </a:r>
            <a:r>
              <a:rPr lang="en-US" sz="1400" dirty="0" err="1"/>
              <a:t>delivery_type</a:t>
            </a:r>
            <a:r>
              <a:rPr lang="en-US" sz="1400" dirty="0"/>
              <a:t>;</a:t>
            </a:r>
          </a:p>
          <a:p>
            <a:pPr marL="0" indent="0">
              <a:buFont typeface="Arial"/>
              <a:buNone/>
            </a:pP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Font typeface="Arial"/>
              <a:buNone/>
            </a:pPr>
            <a:endParaRPr lang="en-IN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156451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9936-1C26-DB8D-3026-6FED1B77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01417"/>
            <a:ext cx="10131425" cy="950843"/>
          </a:xfrm>
        </p:spPr>
        <p:txBody>
          <a:bodyPr>
            <a:normAutofit/>
          </a:bodyPr>
          <a:lstStyle/>
          <a:p>
            <a:r>
              <a:rPr lang="en-US" sz="2800" b="1" dirty="0"/>
              <a:t>Task 3: Route Optimization Insights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C6ABE-A9F4-5FE5-F43A-01ECBA41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52261"/>
            <a:ext cx="5410199" cy="292750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Average transit time (in hours) across all shipments.</a:t>
            </a:r>
          </a:p>
          <a:p>
            <a:r>
              <a:rPr lang="en-US" sz="1400" dirty="0">
                <a:solidFill>
                  <a:srgbClr val="FFFF00"/>
                </a:solidFill>
              </a:rPr>
              <a:t> </a:t>
            </a:r>
            <a:r>
              <a:rPr lang="en-US" sz="1400" dirty="0"/>
              <a:t>select </a:t>
            </a:r>
            <a:r>
              <a:rPr lang="en-US" sz="1400" dirty="0" err="1"/>
              <a:t>s.shipment_ID,s.route_ID,r.Avg_Transit_Time_Hours</a:t>
            </a:r>
            <a:r>
              <a:rPr lang="en-US" sz="1400" dirty="0"/>
              <a:t> from </a:t>
            </a:r>
            <a:r>
              <a:rPr lang="en-US" sz="1400" dirty="0" err="1"/>
              <a:t>fedex_routes</a:t>
            </a:r>
            <a:r>
              <a:rPr lang="en-US" sz="1400" dirty="0"/>
              <a:t> r join </a:t>
            </a:r>
            <a:r>
              <a:rPr lang="en-US" sz="1400" dirty="0" err="1"/>
              <a:t>fedex_shipments</a:t>
            </a:r>
            <a:r>
              <a:rPr lang="en-US" sz="1400" dirty="0"/>
              <a:t> s where </a:t>
            </a:r>
            <a:r>
              <a:rPr lang="en-US" sz="1400" dirty="0" err="1"/>
              <a:t>r.Route_ID</a:t>
            </a:r>
            <a:r>
              <a:rPr lang="en-US" sz="1400" dirty="0"/>
              <a:t> = </a:t>
            </a:r>
            <a:r>
              <a:rPr lang="en-US" sz="1400" dirty="0" err="1"/>
              <a:t>s.Route_ID</a:t>
            </a:r>
            <a:r>
              <a:rPr lang="en-US" sz="14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691CB-AE79-C2D7-067F-06C440FA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165" y="1352260"/>
            <a:ext cx="5734878" cy="2394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DCCCDE-0EBE-D1ED-CF78-BB6C355DC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89" y="4375649"/>
            <a:ext cx="2181529" cy="226017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C2629E4-4CAE-DB90-98BD-9B6DAEFA2076}"/>
              </a:ext>
            </a:extLst>
          </p:cNvPr>
          <p:cNvSpPr/>
          <p:nvPr/>
        </p:nvSpPr>
        <p:spPr>
          <a:xfrm>
            <a:off x="5546035" y="2355843"/>
            <a:ext cx="795130" cy="387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8BBEA-0DA0-3120-43F6-44285AB8D4CD}"/>
              </a:ext>
            </a:extLst>
          </p:cNvPr>
          <p:cNvSpPr txBox="1"/>
          <p:nvPr/>
        </p:nvSpPr>
        <p:spPr>
          <a:xfrm>
            <a:off x="609600" y="3485331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Average delay (in hours) per route</a:t>
            </a:r>
          </a:p>
          <a:p>
            <a:r>
              <a:rPr lang="en-US" sz="1400" dirty="0"/>
              <a:t>       select </a:t>
            </a:r>
            <a:r>
              <a:rPr lang="en-US" sz="1400" dirty="0" err="1"/>
              <a:t>route_ID</a:t>
            </a:r>
            <a:r>
              <a:rPr lang="en-US" sz="1400" dirty="0"/>
              <a:t>, round(avg(</a:t>
            </a:r>
            <a:r>
              <a:rPr lang="en-US" sz="1400" dirty="0" err="1"/>
              <a:t>delay_hours</a:t>
            </a:r>
            <a:r>
              <a:rPr lang="en-US" sz="1400" dirty="0"/>
              <a:t>),2) as </a:t>
            </a:r>
            <a:r>
              <a:rPr lang="en-US" sz="1400" dirty="0" err="1"/>
              <a:t>Avg_delay</a:t>
            </a:r>
            <a:r>
              <a:rPr lang="en-US" sz="1400" dirty="0"/>
              <a:t> from   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route_ID</a:t>
            </a:r>
            <a:r>
              <a:rPr lang="en-US" sz="1400" dirty="0"/>
              <a:t> order by </a:t>
            </a:r>
            <a:r>
              <a:rPr lang="en-US" sz="1400" dirty="0" err="1"/>
              <a:t>Avg_delay</a:t>
            </a:r>
            <a:r>
              <a:rPr lang="en-US" sz="1400" dirty="0"/>
              <a:t> desc;</a:t>
            </a:r>
            <a:endParaRPr lang="en-IN" sz="1400" dirty="0"/>
          </a:p>
          <a:p>
            <a:endParaRPr lang="en-IN" dirty="0"/>
          </a:p>
        </p:txBody>
      </p:sp>
      <p:pic>
        <p:nvPicPr>
          <p:cNvPr id="4" name="Picture 2" descr="FedEx Logo and symbol, meaning, history ...">
            <a:extLst>
              <a:ext uri="{FF2B5EF4-FFF2-40B4-BE49-F238E27FC236}">
                <a16:creationId xmlns:a16="http://schemas.microsoft.com/office/drawing/2014/main" id="{46921B35-27FC-6569-3495-DF83F9C82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400998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4989-7F96-EB0B-486C-C53437DE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339"/>
            <a:ext cx="10131425" cy="1089991"/>
          </a:xfrm>
        </p:spPr>
        <p:txBody>
          <a:bodyPr>
            <a:normAutofit/>
          </a:bodyPr>
          <a:lstStyle/>
          <a:p>
            <a:r>
              <a:rPr lang="en-US" sz="2800" b="1" dirty="0"/>
              <a:t>Task 3: Route Optimization Insights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27B2-C370-EDEE-B743-FF7638AF7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3207"/>
            <a:ext cx="5536095" cy="3097391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Distance-to-time efficiency ratio = </a:t>
            </a:r>
            <a:r>
              <a:rPr lang="en-US" sz="1600" dirty="0" err="1">
                <a:solidFill>
                  <a:srgbClr val="FFFF00"/>
                </a:solidFill>
              </a:rPr>
              <a:t>Distance_KM</a:t>
            </a:r>
            <a:r>
              <a:rPr lang="en-US" sz="1600" dirty="0">
                <a:solidFill>
                  <a:srgbClr val="FFFF00"/>
                </a:solidFill>
              </a:rPr>
              <a:t> / </a:t>
            </a:r>
            <a:r>
              <a:rPr lang="en-US" sz="1600" dirty="0" err="1">
                <a:solidFill>
                  <a:srgbClr val="FFFF00"/>
                </a:solidFill>
              </a:rPr>
              <a:t>Avg_Transit_Time_Hours</a:t>
            </a:r>
            <a:endParaRPr lang="en-US" sz="1600" dirty="0">
              <a:solidFill>
                <a:srgbClr val="FFFF00"/>
              </a:solidFill>
            </a:endParaRPr>
          </a:p>
          <a:p>
            <a:r>
              <a:rPr lang="en-US" sz="1600" dirty="0"/>
              <a:t>select </a:t>
            </a:r>
            <a:r>
              <a:rPr lang="en-US" sz="1600" dirty="0" err="1"/>
              <a:t>route_ID,round</a:t>
            </a:r>
            <a:r>
              <a:rPr lang="en-US" sz="1600" dirty="0"/>
              <a:t>((</a:t>
            </a:r>
            <a:r>
              <a:rPr lang="en-US" sz="1600" dirty="0" err="1"/>
              <a:t>distance_KM</a:t>
            </a:r>
            <a:r>
              <a:rPr lang="en-US" sz="1600" dirty="0"/>
              <a:t>/</a:t>
            </a:r>
            <a:r>
              <a:rPr lang="en-US" sz="1600" dirty="0" err="1"/>
              <a:t>Avg_Transit_Time_Hours</a:t>
            </a:r>
            <a:r>
              <a:rPr lang="en-US" sz="1600" dirty="0"/>
              <a:t>),2) as </a:t>
            </a:r>
            <a:r>
              <a:rPr lang="en-US" sz="1600" dirty="0" err="1"/>
              <a:t>Distance_to_time_efficiency</a:t>
            </a:r>
            <a:r>
              <a:rPr lang="en-US" sz="1600" dirty="0"/>
              <a:t> from </a:t>
            </a:r>
            <a:r>
              <a:rPr lang="en-US" sz="1600" dirty="0" err="1"/>
              <a:t>fedex_routes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FF00"/>
                </a:solidFill>
              </a:rPr>
              <a:t>Identify 3 routes with the worst efficiency ratio (lowest distance-to-time).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route_ID,round</a:t>
            </a:r>
            <a:r>
              <a:rPr lang="en-US" sz="1600" dirty="0"/>
              <a:t>((</a:t>
            </a:r>
            <a:r>
              <a:rPr lang="en-US" sz="1600" dirty="0" err="1"/>
              <a:t>distance_KM</a:t>
            </a:r>
            <a:r>
              <a:rPr lang="en-US" sz="1600" dirty="0"/>
              <a:t>/</a:t>
            </a:r>
            <a:r>
              <a:rPr lang="en-US" sz="1600" dirty="0" err="1"/>
              <a:t>Avg_Transit_Time_Hours</a:t>
            </a:r>
            <a:r>
              <a:rPr lang="en-US" sz="1600" dirty="0"/>
              <a:t>),2) as </a:t>
            </a:r>
            <a:r>
              <a:rPr lang="en-US" sz="1600" dirty="0" err="1"/>
              <a:t>Distance_to_time_efficiency</a:t>
            </a:r>
            <a:r>
              <a:rPr lang="en-US" sz="1600" dirty="0"/>
              <a:t> from </a:t>
            </a:r>
            <a:r>
              <a:rPr lang="en-US" sz="1600" dirty="0" err="1"/>
              <a:t>fedex_routes</a:t>
            </a:r>
            <a:r>
              <a:rPr lang="en-US" sz="1600" dirty="0"/>
              <a:t> order by </a:t>
            </a:r>
            <a:r>
              <a:rPr lang="en-US" sz="1600" dirty="0" err="1"/>
              <a:t>Distance_to_time_efficiency</a:t>
            </a:r>
            <a:r>
              <a:rPr lang="en-US" sz="1600" dirty="0"/>
              <a:t> limit 3;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C8BF0-D498-3F5F-A639-245D75DD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861" y="1333207"/>
            <a:ext cx="5536095" cy="2354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B8649F-4015-A4B3-EC56-4FF945DC6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57"/>
          <a:stretch>
            <a:fillRect/>
          </a:stretch>
        </p:blipFill>
        <p:spPr>
          <a:xfrm>
            <a:off x="6390861" y="4038719"/>
            <a:ext cx="5536095" cy="1512579"/>
          </a:xfrm>
          <a:prstGeom prst="rect">
            <a:avLst/>
          </a:prstGeom>
        </p:spPr>
      </p:pic>
      <p:pic>
        <p:nvPicPr>
          <p:cNvPr id="6" name="Picture 2" descr="FedEx Logo and symbol, meaning, history ...">
            <a:extLst>
              <a:ext uri="{FF2B5EF4-FFF2-40B4-BE49-F238E27FC236}">
                <a16:creationId xmlns:a16="http://schemas.microsoft.com/office/drawing/2014/main" id="{327112F0-2515-61BB-CCFF-16AD6A9D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405650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045D-AA2F-90EB-A516-CC858429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E496-66E0-3D47-70B9-28FF3F995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339"/>
            <a:ext cx="10131425" cy="1089991"/>
          </a:xfrm>
        </p:spPr>
        <p:txBody>
          <a:bodyPr>
            <a:normAutofit/>
          </a:bodyPr>
          <a:lstStyle/>
          <a:p>
            <a:r>
              <a:rPr lang="en-US" sz="2800" b="1" dirty="0"/>
              <a:t>Task 3: Route Optimization Insights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DE487-3D08-4D04-FBE3-2293AF686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70992"/>
            <a:ext cx="5536095" cy="2335695"/>
          </a:xfrm>
        </p:spPr>
        <p:txBody>
          <a:bodyPr>
            <a:normAutofit fontScale="92500" lnSpcReduction="20000"/>
          </a:bodyPr>
          <a:lstStyle/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en-US" sz="1600" dirty="0">
                <a:solidFill>
                  <a:srgbClr val="FFFF00"/>
                </a:solidFill>
              </a:rPr>
              <a:t>Find routes with &gt;20% of shipments delayed beyond expected transit time.</a:t>
            </a:r>
          </a:p>
          <a:p>
            <a:r>
              <a:rPr lang="en-US" sz="1600" dirty="0"/>
              <a:t> select </a:t>
            </a:r>
            <a:r>
              <a:rPr lang="en-US" sz="1600" dirty="0" err="1"/>
              <a:t>s.route_ID,count</a:t>
            </a:r>
            <a:r>
              <a:rPr lang="en-US" sz="1600" dirty="0"/>
              <a:t>(</a:t>
            </a:r>
            <a:r>
              <a:rPr lang="en-US" sz="1600" dirty="0" err="1"/>
              <a:t>s.Shipment_ID</a:t>
            </a:r>
            <a:r>
              <a:rPr lang="en-US" sz="1600" dirty="0"/>
              <a:t>) as </a:t>
            </a:r>
            <a:r>
              <a:rPr lang="en-US" sz="1600" dirty="0" err="1"/>
              <a:t>Total_shipments,r.Avg_Transit_Time_Hours,sum</a:t>
            </a:r>
            <a:r>
              <a:rPr lang="en-US" sz="1600" dirty="0"/>
              <a:t>(case when </a:t>
            </a:r>
            <a:r>
              <a:rPr lang="en-US" sz="1600" dirty="0" err="1"/>
              <a:t>s.delay_hours</a:t>
            </a:r>
            <a:r>
              <a:rPr lang="en-US" sz="1600" dirty="0"/>
              <a:t> &gt; </a:t>
            </a:r>
            <a:r>
              <a:rPr lang="en-US" sz="1600" dirty="0" err="1"/>
              <a:t>r.Avg_Transit_Time_Hours</a:t>
            </a:r>
            <a:r>
              <a:rPr lang="en-US" sz="1600" dirty="0"/>
              <a:t> then 1 else 0 end)*100/count(</a:t>
            </a:r>
            <a:r>
              <a:rPr lang="en-US" sz="1600" dirty="0" err="1"/>
              <a:t>s.Shipment_ID</a:t>
            </a:r>
            <a:r>
              <a:rPr lang="en-US" sz="1600" dirty="0"/>
              <a:t>) as </a:t>
            </a:r>
            <a:r>
              <a:rPr lang="en-US" sz="1600" dirty="0" err="1"/>
              <a:t>Shipments_delay_Perfrom</a:t>
            </a:r>
            <a:r>
              <a:rPr lang="en-US" sz="1600" dirty="0"/>
              <a:t> </a:t>
            </a:r>
            <a:r>
              <a:rPr lang="en-US" sz="1600" dirty="0" err="1"/>
              <a:t>fedex_shipments</a:t>
            </a:r>
            <a:r>
              <a:rPr lang="en-US" sz="1600" dirty="0"/>
              <a:t> s join </a:t>
            </a:r>
            <a:r>
              <a:rPr lang="en-US" sz="1600" dirty="0" err="1"/>
              <a:t>fedex_routes</a:t>
            </a:r>
            <a:r>
              <a:rPr lang="en-US" sz="1600" dirty="0"/>
              <a:t> r on </a:t>
            </a:r>
            <a:r>
              <a:rPr lang="en-US" sz="1600" dirty="0" err="1"/>
              <a:t>s.Route_ID</a:t>
            </a:r>
            <a:r>
              <a:rPr lang="en-US" sz="1600" dirty="0"/>
              <a:t> = </a:t>
            </a:r>
            <a:r>
              <a:rPr lang="en-US" sz="1600" dirty="0" err="1"/>
              <a:t>r.Route_IDgroup</a:t>
            </a:r>
            <a:r>
              <a:rPr lang="en-US" sz="1600" dirty="0"/>
              <a:t> by </a:t>
            </a:r>
            <a:r>
              <a:rPr lang="en-US" sz="1600" dirty="0" err="1"/>
              <a:t>s.route_ID,r.Avg_Transit_Time_Hours</a:t>
            </a:r>
            <a:r>
              <a:rPr lang="en-US" sz="1600" dirty="0"/>
              <a:t> having </a:t>
            </a:r>
            <a:r>
              <a:rPr lang="en-US" sz="1600" dirty="0" err="1"/>
              <a:t>Shipments_delay_Per</a:t>
            </a:r>
            <a:r>
              <a:rPr lang="en-US" sz="1600" dirty="0"/>
              <a:t> &gt; 20;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B0E81-7170-2E25-BFBF-D81CC4FE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08"/>
          <a:stretch>
            <a:fillRect/>
          </a:stretch>
        </p:blipFill>
        <p:spPr>
          <a:xfrm>
            <a:off x="6424407" y="1580319"/>
            <a:ext cx="5413098" cy="206734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CFA3FB-0B92-400A-8FD3-AEBC096E399E}"/>
              </a:ext>
            </a:extLst>
          </p:cNvPr>
          <p:cNvSpPr/>
          <p:nvPr/>
        </p:nvSpPr>
        <p:spPr>
          <a:xfrm>
            <a:off x="1033670" y="4025349"/>
            <a:ext cx="5536094" cy="2473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Recommend potential routes or hub pairs for optimization.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Routes having low distance to time efficiency i.e.,R003,R015 and R006 are taking long time for shorter distance. Reroute these ones with faster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Routes with &gt;20% shipments delayed need to be optimized by introducing alternative or </a:t>
            </a:r>
            <a:r>
              <a:rPr lang="en-IN" sz="1400" dirty="0"/>
              <a:t>intermediate hubs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Additionally, reallocating experienced delivery agents and improving line-haul scheduling on these routes can significantly reduce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ctr"/>
            <a:endParaRPr lang="en-IN" sz="1400" dirty="0"/>
          </a:p>
        </p:txBody>
      </p:sp>
      <p:pic>
        <p:nvPicPr>
          <p:cNvPr id="7" name="Picture 2" descr="FedEx Logo and symbol, meaning, history ...">
            <a:extLst>
              <a:ext uri="{FF2B5EF4-FFF2-40B4-BE49-F238E27FC236}">
                <a16:creationId xmlns:a16="http://schemas.microsoft.com/office/drawing/2014/main" id="{03AE6023-5345-4661-1D00-955DCA136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377989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3148-FF33-99F4-900D-06EF3C04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BBC2-1C73-7A08-0E29-CFDD20A3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6796"/>
            <a:ext cx="10131425" cy="94582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n-lt"/>
              </a:rPr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B910B-2323-A38E-0968-C24599DA9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19" y="1272619"/>
            <a:ext cx="5410199" cy="296944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Find the top 3 warehouses with the highest average delay in shipments dispatched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Warehouse_ID,round</a:t>
            </a:r>
            <a:r>
              <a:rPr lang="en-US" sz="1400" dirty="0"/>
              <a:t>(avg(</a:t>
            </a:r>
            <a:r>
              <a:rPr lang="en-US" sz="1400" dirty="0" err="1"/>
              <a:t>Delay_Hours</a:t>
            </a:r>
            <a:r>
              <a:rPr lang="en-US" sz="1400" dirty="0"/>
              <a:t>),2) as </a:t>
            </a:r>
            <a:r>
              <a:rPr lang="en-US" sz="1400" dirty="0" err="1"/>
              <a:t>Avg_delay_hours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Warehouse_ID</a:t>
            </a:r>
            <a:r>
              <a:rPr lang="en-US" sz="1400" dirty="0"/>
              <a:t> order by </a:t>
            </a:r>
            <a:r>
              <a:rPr lang="en-US" sz="1400" dirty="0" err="1"/>
              <a:t>Avg_delay_hours</a:t>
            </a:r>
            <a:r>
              <a:rPr lang="en-US" sz="1400" dirty="0"/>
              <a:t> desc limit 3;</a:t>
            </a:r>
          </a:p>
          <a:p>
            <a:r>
              <a:rPr lang="en-US" sz="1400" dirty="0">
                <a:solidFill>
                  <a:srgbClr val="FFFF00"/>
                </a:solidFill>
              </a:rPr>
              <a:t>Total shipments vs delayed shipments for each warehouse.  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Warehouse_ID,count</a:t>
            </a:r>
            <a:r>
              <a:rPr lang="en-US" sz="1400" dirty="0"/>
              <a:t>(</a:t>
            </a:r>
            <a:r>
              <a:rPr lang="en-US" sz="1400" dirty="0" err="1"/>
              <a:t>Shipment_ID</a:t>
            </a:r>
            <a:r>
              <a:rPr lang="en-US" sz="1400" dirty="0"/>
              <a:t>) </a:t>
            </a:r>
            <a:r>
              <a:rPr lang="en-US" sz="1400" dirty="0" err="1"/>
              <a:t>total_shipements,sum</a:t>
            </a:r>
            <a:r>
              <a:rPr lang="en-US" sz="1400" dirty="0"/>
              <a:t>(case when </a:t>
            </a:r>
            <a:r>
              <a:rPr lang="en-US" sz="1400" dirty="0" err="1"/>
              <a:t>Delay_Hours</a:t>
            </a:r>
            <a:r>
              <a:rPr lang="en-US" sz="1400" dirty="0"/>
              <a:t>&gt;0 then 1 else 0 end) as </a:t>
            </a:r>
            <a:r>
              <a:rPr lang="en-US" sz="1400" dirty="0" err="1"/>
              <a:t>delay_shipments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Warehouse_ID</a:t>
            </a:r>
            <a:r>
              <a:rPr lang="en-US" dirty="0"/>
              <a:t>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D3843-52A7-7477-30DB-4FD0201C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597" y="1272619"/>
            <a:ext cx="5410199" cy="19683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870CC-FAEE-88E6-E508-0F2EAC39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597" y="3346516"/>
            <a:ext cx="5410199" cy="2826470"/>
          </a:xfrm>
          <a:prstGeom prst="rect">
            <a:avLst/>
          </a:prstGeom>
        </p:spPr>
      </p:pic>
      <p:pic>
        <p:nvPicPr>
          <p:cNvPr id="6" name="Picture 2" descr="FedEx Logo and symbol, meaning, history ...">
            <a:extLst>
              <a:ext uri="{FF2B5EF4-FFF2-40B4-BE49-F238E27FC236}">
                <a16:creationId xmlns:a16="http://schemas.microsoft.com/office/drawing/2014/main" id="{6A92601D-7CA4-DA01-37E5-454686E4E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976061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59E0-9A62-F589-1817-09A342A3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6796"/>
            <a:ext cx="10131425" cy="94582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n-lt"/>
              </a:rPr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9BB1-6E7D-7136-A881-198A820A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19" y="1272620"/>
            <a:ext cx="5410199" cy="2573824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FFFF00"/>
                </a:solidFill>
              </a:rPr>
              <a:t>CTEs to identify warehouses where average delay exceeds the global average delay.  </a:t>
            </a:r>
          </a:p>
          <a:p>
            <a:r>
              <a:rPr lang="en-IN" dirty="0"/>
              <a:t>With </a:t>
            </a:r>
            <a:r>
              <a:rPr lang="en-IN" dirty="0" err="1"/>
              <a:t>CTE_Avg_delay</a:t>
            </a:r>
            <a:r>
              <a:rPr lang="en-IN" dirty="0"/>
              <a:t> as (select Warehouse_ID,round(</a:t>
            </a:r>
            <a:r>
              <a:rPr lang="en-IN" dirty="0" err="1"/>
              <a:t>avg</a:t>
            </a:r>
            <a:r>
              <a:rPr lang="en-IN" dirty="0"/>
              <a:t>(</a:t>
            </a:r>
            <a:r>
              <a:rPr lang="en-IN" dirty="0" err="1"/>
              <a:t>Delay_Hours</a:t>
            </a:r>
            <a:r>
              <a:rPr lang="en-IN" dirty="0"/>
              <a:t>),2) as </a:t>
            </a:r>
            <a:r>
              <a:rPr lang="en-IN" dirty="0" err="1"/>
              <a:t>Avg_delay</a:t>
            </a:r>
            <a:r>
              <a:rPr lang="en-IN" dirty="0"/>
              <a:t> from </a:t>
            </a:r>
            <a:r>
              <a:rPr lang="en-IN" dirty="0" err="1"/>
              <a:t>fedex_shipments</a:t>
            </a:r>
            <a:r>
              <a:rPr lang="en-IN" dirty="0"/>
              <a:t> group by </a:t>
            </a:r>
            <a:r>
              <a:rPr lang="en-IN" dirty="0" err="1"/>
              <a:t>Warehouse_ID</a:t>
            </a:r>
            <a:r>
              <a:rPr lang="en-IN" dirty="0"/>
              <a:t>)</a:t>
            </a:r>
          </a:p>
          <a:p>
            <a:r>
              <a:rPr lang="en-IN" dirty="0"/>
              <a:t>select </a:t>
            </a:r>
            <a:r>
              <a:rPr lang="en-IN" dirty="0" err="1"/>
              <a:t>warehouse_ID,Avg_delay</a:t>
            </a:r>
            <a:r>
              <a:rPr lang="en-IN" dirty="0"/>
              <a:t> from </a:t>
            </a:r>
            <a:r>
              <a:rPr lang="en-IN" dirty="0" err="1"/>
              <a:t>CTE_Avg_delaywhere</a:t>
            </a:r>
            <a:r>
              <a:rPr lang="en-IN" dirty="0"/>
              <a:t> </a:t>
            </a:r>
            <a:r>
              <a:rPr lang="en-IN" dirty="0" err="1"/>
              <a:t>Avg_delay</a:t>
            </a:r>
            <a:r>
              <a:rPr lang="en-IN" dirty="0"/>
              <a:t> &gt; (select </a:t>
            </a:r>
            <a:r>
              <a:rPr lang="en-IN" dirty="0" err="1"/>
              <a:t>avg</a:t>
            </a:r>
            <a:r>
              <a:rPr lang="en-IN" dirty="0"/>
              <a:t>(</a:t>
            </a:r>
            <a:r>
              <a:rPr lang="en-IN" dirty="0" err="1"/>
              <a:t>Delay_Hours</a:t>
            </a:r>
            <a:r>
              <a:rPr lang="en-IN" dirty="0"/>
              <a:t>) as </a:t>
            </a:r>
            <a:r>
              <a:rPr lang="en-IN" dirty="0" err="1"/>
              <a:t>global_avg_delay</a:t>
            </a:r>
            <a:r>
              <a:rPr lang="en-IN" dirty="0"/>
              <a:t> from </a:t>
            </a:r>
            <a:r>
              <a:rPr lang="en-IN" dirty="0" err="1"/>
              <a:t>fedex_shipments</a:t>
            </a:r>
            <a:r>
              <a:rPr lang="en-IN" dirty="0"/>
              <a:t>) order by </a:t>
            </a:r>
            <a:r>
              <a:rPr lang="en-IN" dirty="0" err="1"/>
              <a:t>Avg_delay</a:t>
            </a:r>
            <a:r>
              <a:rPr lang="en-IN" dirty="0"/>
              <a:t> </a:t>
            </a:r>
            <a:r>
              <a:rPr lang="en-IN" dirty="0" err="1"/>
              <a:t>desc</a:t>
            </a:r>
            <a:r>
              <a:rPr lang="en-IN" dirty="0"/>
              <a:t>;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9D0209-789F-BD77-6DFC-3F9ECF63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215"/>
          <a:stretch>
            <a:fillRect/>
          </a:stretch>
        </p:blipFill>
        <p:spPr>
          <a:xfrm>
            <a:off x="6096000" y="1419323"/>
            <a:ext cx="5646655" cy="1286760"/>
          </a:xfrm>
          <a:prstGeom prst="rect">
            <a:avLst/>
          </a:prstGeom>
        </p:spPr>
      </p:pic>
      <p:pic>
        <p:nvPicPr>
          <p:cNvPr id="5" name="Picture 2" descr="FedEx Logo and symbol, meaning, history ...">
            <a:extLst>
              <a:ext uri="{FF2B5EF4-FFF2-40B4-BE49-F238E27FC236}">
                <a16:creationId xmlns:a16="http://schemas.microsoft.com/office/drawing/2014/main" id="{C7D7BB9D-6449-5235-0FD3-657B71F1D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779969-4EED-709F-2854-76605D4FE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174614"/>
              </p:ext>
            </p:extLst>
          </p:nvPr>
        </p:nvGraphicFramePr>
        <p:xfrm>
          <a:off x="6096000" y="3162762"/>
          <a:ext cx="421087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78598531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6CAA-81C4-D899-4FE2-92B5B63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05AA-B4FF-D84E-4FC9-FF2AE81D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6796"/>
            <a:ext cx="10131425" cy="94582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n-lt"/>
              </a:rPr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A0DF6-D305-8B56-DAE9-C98522D7E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19" y="1272619"/>
            <a:ext cx="5410199" cy="3582185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Rank all warehouses based on on-time delivery percentage.</a:t>
            </a:r>
          </a:p>
          <a:p>
            <a:r>
              <a:rPr lang="en-US" dirty="0"/>
              <a:t>with </a:t>
            </a:r>
            <a:r>
              <a:rPr lang="en-US" dirty="0" err="1"/>
              <a:t>CTE_Warehouse_OTD</a:t>
            </a:r>
            <a:r>
              <a:rPr lang="en-US" dirty="0"/>
              <a:t> as( select </a:t>
            </a:r>
            <a:r>
              <a:rPr lang="en-US" dirty="0" err="1"/>
              <a:t>Warehouse_ID,count</a:t>
            </a:r>
            <a:r>
              <a:rPr lang="en-US" dirty="0"/>
              <a:t>(</a:t>
            </a:r>
            <a:r>
              <a:rPr lang="en-US" dirty="0" err="1"/>
              <a:t>Shipment_ID</a:t>
            </a:r>
            <a:r>
              <a:rPr lang="en-US" dirty="0"/>
              <a:t>) as </a:t>
            </a:r>
            <a:r>
              <a:rPr lang="en-US" dirty="0" err="1"/>
              <a:t>total_shipments,sum</a:t>
            </a:r>
            <a:r>
              <a:rPr lang="en-US" dirty="0"/>
              <a:t>(case when </a:t>
            </a:r>
            <a:r>
              <a:rPr lang="en-US" dirty="0" err="1"/>
              <a:t>Delay_Hours</a:t>
            </a:r>
            <a:r>
              <a:rPr lang="en-US" dirty="0"/>
              <a:t> = 0 then 1 else 0 end) as </a:t>
            </a:r>
            <a:r>
              <a:rPr lang="en-US" dirty="0" err="1"/>
              <a:t>on_time_shipments,sum</a:t>
            </a:r>
            <a:r>
              <a:rPr lang="en-US" dirty="0"/>
              <a:t>(case when </a:t>
            </a:r>
            <a:r>
              <a:rPr lang="en-US" dirty="0" err="1"/>
              <a:t>Delay_Hours</a:t>
            </a:r>
            <a:r>
              <a:rPr lang="en-US" dirty="0"/>
              <a:t> = 0 then 1 else 0 end)*100/count(</a:t>
            </a:r>
            <a:r>
              <a:rPr lang="en-US" dirty="0" err="1"/>
              <a:t>Shipment_ID</a:t>
            </a:r>
            <a:r>
              <a:rPr lang="en-US" dirty="0"/>
              <a:t>) as </a:t>
            </a:r>
            <a:r>
              <a:rPr lang="en-US" dirty="0" err="1"/>
              <a:t>on_time_delivery_percentage</a:t>
            </a:r>
            <a:r>
              <a:rPr lang="en-US" dirty="0"/>
              <a:t> from </a:t>
            </a:r>
            <a:r>
              <a:rPr lang="en-US" dirty="0" err="1"/>
              <a:t>fedex_shipments</a:t>
            </a:r>
            <a:r>
              <a:rPr lang="en-US" dirty="0"/>
              <a:t> group by </a:t>
            </a:r>
            <a:r>
              <a:rPr lang="en-US" dirty="0" err="1"/>
              <a:t>Warehouse_ID</a:t>
            </a:r>
            <a:r>
              <a:rPr lang="en-US" dirty="0"/>
              <a:t>)</a:t>
            </a:r>
          </a:p>
          <a:p>
            <a:r>
              <a:rPr lang="en-US" dirty="0"/>
              <a:t>select warehouse_ID,total_shipments,on_time_shipments,on_time_delivery_percentage,rank() over (order by </a:t>
            </a:r>
            <a:r>
              <a:rPr lang="en-US" dirty="0" err="1"/>
              <a:t>on_time_delivery_percentage</a:t>
            </a:r>
            <a:r>
              <a:rPr lang="en-US" dirty="0"/>
              <a:t> desc) as </a:t>
            </a:r>
            <a:r>
              <a:rPr lang="en-US" dirty="0" err="1"/>
              <a:t>warehouse_rankfrom</a:t>
            </a:r>
            <a:r>
              <a:rPr lang="en-US" dirty="0"/>
              <a:t> </a:t>
            </a:r>
            <a:r>
              <a:rPr lang="en-US" dirty="0" err="1"/>
              <a:t>CTE_Warehouse_OTD</a:t>
            </a:r>
            <a:r>
              <a:rPr lang="en-US" dirty="0"/>
              <a:t> order by </a:t>
            </a:r>
            <a:r>
              <a:rPr lang="en-US" dirty="0" err="1"/>
              <a:t>warehouse_rank</a:t>
            </a:r>
            <a:r>
              <a:rPr lang="en-US" dirty="0"/>
              <a:t>;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D78C51-5429-4CA6-7C1C-32A3DCACF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61"/>
          <a:stretch>
            <a:fillRect/>
          </a:stretch>
        </p:blipFill>
        <p:spPr>
          <a:xfrm>
            <a:off x="6165130" y="1610140"/>
            <a:ext cx="5646655" cy="1901413"/>
          </a:xfrm>
          <a:prstGeom prst="rect">
            <a:avLst/>
          </a:prstGeom>
        </p:spPr>
      </p:pic>
      <p:pic>
        <p:nvPicPr>
          <p:cNvPr id="5" name="Picture 2" descr="FedEx Logo and symbol, meaning, history ...">
            <a:extLst>
              <a:ext uri="{FF2B5EF4-FFF2-40B4-BE49-F238E27FC236}">
                <a16:creationId xmlns:a16="http://schemas.microsoft.com/office/drawing/2014/main" id="{7FD12D3A-B5F3-6BBC-DA7F-58ED3036D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83F17CD-58C5-BF3D-4889-6F9DC8928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7829915"/>
              </p:ext>
            </p:extLst>
          </p:nvPr>
        </p:nvGraphicFramePr>
        <p:xfrm>
          <a:off x="6165130" y="3849074"/>
          <a:ext cx="4757974" cy="2482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21758242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5421-50C8-611B-58C3-875D5408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E9CB-7B8C-2415-B5C6-0F12E23A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57286"/>
          </a:xfrm>
        </p:spPr>
        <p:txBody>
          <a:bodyPr>
            <a:normAutofit/>
          </a:bodyPr>
          <a:lstStyle/>
          <a:p>
            <a:r>
              <a:rPr lang="en-US" sz="2400" b="1" dirty="0"/>
              <a:t>Task 5: Delivery Agent Performance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314F-2ED4-06B8-1C38-5126CE77A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8" y="1538670"/>
            <a:ext cx="4942001" cy="5090730"/>
          </a:xfrm>
        </p:spPr>
        <p:txBody>
          <a:bodyPr>
            <a:normAutofit fontScale="92500" lnSpcReduction="10000"/>
          </a:bodyPr>
          <a:lstStyle/>
          <a:p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Rank delivery agents (per route) by on-time delivery percentage. </a:t>
            </a:r>
          </a:p>
          <a:p>
            <a:r>
              <a:rPr lang="en-US" sz="1400" dirty="0"/>
              <a:t>with </a:t>
            </a:r>
            <a:r>
              <a:rPr lang="en-US" sz="1400" dirty="0" err="1"/>
              <a:t>CTE_agent_route_performance</a:t>
            </a:r>
            <a:r>
              <a:rPr lang="en-US" sz="1400" dirty="0"/>
              <a:t> as (select </a:t>
            </a:r>
            <a:r>
              <a:rPr lang="en-US" sz="1400" dirty="0" err="1"/>
              <a:t>agent_ID,route_ID,count</a:t>
            </a:r>
            <a:r>
              <a:rPr lang="en-US" sz="1400" dirty="0"/>
              <a:t>(</a:t>
            </a:r>
            <a:r>
              <a:rPr lang="en-US" sz="1400" dirty="0" err="1"/>
              <a:t>Shipment_ID</a:t>
            </a:r>
            <a:r>
              <a:rPr lang="en-US" sz="1400" dirty="0"/>
              <a:t>) as </a:t>
            </a:r>
            <a:r>
              <a:rPr lang="en-US" sz="1400" dirty="0" err="1"/>
              <a:t>total_shipments,sum</a:t>
            </a:r>
            <a:r>
              <a:rPr lang="en-US" sz="1400" dirty="0"/>
              <a:t>(case when </a:t>
            </a:r>
            <a:r>
              <a:rPr lang="en-US" sz="1400" dirty="0" err="1"/>
              <a:t>Delay_Hours</a:t>
            </a:r>
            <a:r>
              <a:rPr lang="en-US" sz="1400" dirty="0"/>
              <a:t> = 0 then 1 else 0 end) as </a:t>
            </a:r>
            <a:r>
              <a:rPr lang="en-US" sz="1400" dirty="0" err="1"/>
              <a:t>on_time_shipments,sum</a:t>
            </a:r>
            <a:r>
              <a:rPr lang="en-US" sz="1400" dirty="0"/>
              <a:t>(case when </a:t>
            </a:r>
            <a:r>
              <a:rPr lang="en-US" sz="1400" dirty="0" err="1"/>
              <a:t>Delay_Hours</a:t>
            </a:r>
            <a:r>
              <a:rPr lang="en-US" sz="1400" dirty="0"/>
              <a:t> = 0 then 1 else 0 end) * 100/count(</a:t>
            </a:r>
            <a:r>
              <a:rPr lang="en-US" sz="1400" dirty="0" err="1"/>
              <a:t>Shipment_ID</a:t>
            </a:r>
            <a:r>
              <a:rPr lang="en-US" sz="1400" dirty="0"/>
              <a:t>) as </a:t>
            </a:r>
            <a:r>
              <a:rPr lang="en-US" sz="1400" dirty="0" err="1"/>
              <a:t>on_time_delivery_percentagefrom</a:t>
            </a:r>
            <a:r>
              <a:rPr lang="en-US" sz="1400" dirty="0"/>
              <a:t>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agent_ID,route_ID</a:t>
            </a:r>
            <a:r>
              <a:rPr lang="en-US" sz="1400" dirty="0"/>
              <a:t> 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agent_ID,route_ID,on_time_delivery_percentage,dense_rank</a:t>
            </a:r>
            <a:r>
              <a:rPr lang="en-US" sz="1400" dirty="0"/>
              <a:t>() over (partition by </a:t>
            </a:r>
            <a:r>
              <a:rPr lang="en-US" sz="1400" dirty="0" err="1"/>
              <a:t>route_ID</a:t>
            </a:r>
            <a:r>
              <a:rPr lang="en-US" sz="1400" dirty="0"/>
              <a:t> order by </a:t>
            </a:r>
            <a:r>
              <a:rPr lang="en-US" sz="1400" dirty="0" err="1"/>
              <a:t>on_time_delivery_percentage</a:t>
            </a:r>
            <a:r>
              <a:rPr lang="en-US" sz="1400" dirty="0"/>
              <a:t> desc) as </a:t>
            </a:r>
            <a:r>
              <a:rPr lang="en-US" sz="1400" dirty="0" err="1"/>
              <a:t>agent_rank</a:t>
            </a:r>
            <a:r>
              <a:rPr lang="en-US" sz="1400" dirty="0"/>
              <a:t> from </a:t>
            </a:r>
            <a:r>
              <a:rPr lang="en-US" sz="1400" dirty="0" err="1"/>
              <a:t>CTE_agent_route_performance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Find agents whose on-time % is below 85%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count(</a:t>
            </a:r>
            <a:r>
              <a:rPr lang="en-US" sz="1400" dirty="0" err="1"/>
              <a:t>Shipment_ID</a:t>
            </a:r>
            <a:r>
              <a:rPr lang="en-US" sz="1400" dirty="0"/>
              <a:t>) as </a:t>
            </a:r>
            <a:r>
              <a:rPr lang="en-US" sz="1400" dirty="0" err="1"/>
              <a:t>total_shipments</a:t>
            </a:r>
            <a:r>
              <a:rPr lang="en-US" sz="1400" dirty="0"/>
              <a:t>, sum(case when </a:t>
            </a:r>
            <a:r>
              <a:rPr lang="en-US" sz="1400" dirty="0" err="1"/>
              <a:t>Delay_Hours</a:t>
            </a:r>
            <a:r>
              <a:rPr lang="en-US" sz="1400" dirty="0"/>
              <a:t> = 0 then 1 else 0 end) as </a:t>
            </a:r>
            <a:r>
              <a:rPr lang="en-US" sz="1400" dirty="0" err="1"/>
              <a:t>on_time_shipments</a:t>
            </a:r>
            <a:r>
              <a:rPr lang="en-US" sz="1400" dirty="0"/>
              <a:t>, sum(case when </a:t>
            </a:r>
            <a:r>
              <a:rPr lang="en-US" sz="1400" dirty="0" err="1"/>
              <a:t>Delay_Hours</a:t>
            </a:r>
            <a:r>
              <a:rPr lang="en-US" sz="1400" dirty="0"/>
              <a:t> = 0 then 1 else 0 end) * 100/count(</a:t>
            </a:r>
            <a:r>
              <a:rPr lang="en-US" sz="1400" dirty="0" err="1"/>
              <a:t>Shipment_ID</a:t>
            </a:r>
            <a:r>
              <a:rPr lang="en-US" sz="1400" dirty="0"/>
              <a:t>) as </a:t>
            </a:r>
            <a:r>
              <a:rPr lang="en-US" sz="1400" dirty="0" err="1"/>
              <a:t>on_time_delivery_percentage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agent_ID,Route_ID</a:t>
            </a:r>
            <a:r>
              <a:rPr lang="en-US" sz="1400" dirty="0"/>
              <a:t> having </a:t>
            </a:r>
            <a:r>
              <a:rPr lang="en-US" sz="1400" dirty="0" err="1"/>
              <a:t>on_time_delivery_percentage</a:t>
            </a:r>
            <a:r>
              <a:rPr lang="en-US" sz="1400" dirty="0"/>
              <a:t> &lt; 85 order by </a:t>
            </a:r>
            <a:r>
              <a:rPr lang="en-US" sz="1400" dirty="0" err="1"/>
              <a:t>on_time_delivery_percentage</a:t>
            </a:r>
            <a:r>
              <a:rPr lang="en-US" sz="1400" dirty="0"/>
              <a:t> desc;</a:t>
            </a:r>
            <a:endParaRPr lang="en-IN" sz="1400" dirty="0"/>
          </a:p>
          <a:p>
            <a:endParaRPr lang="en-US" sz="14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911CE-D1F3-DB96-A80A-4A28C3B8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07"/>
          <a:stretch>
            <a:fillRect/>
          </a:stretch>
        </p:blipFill>
        <p:spPr>
          <a:xfrm>
            <a:off x="6009931" y="1538670"/>
            <a:ext cx="5439266" cy="2347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E1027C-4763-297C-BE01-6CAF496A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116"/>
          <a:stretch>
            <a:fillRect/>
          </a:stretch>
        </p:blipFill>
        <p:spPr>
          <a:xfrm>
            <a:off x="6009931" y="4164669"/>
            <a:ext cx="5439266" cy="2309322"/>
          </a:xfrm>
          <a:prstGeom prst="rect">
            <a:avLst/>
          </a:prstGeom>
        </p:spPr>
      </p:pic>
      <p:pic>
        <p:nvPicPr>
          <p:cNvPr id="7" name="Picture 2" descr="FedEx Logo and symbol, meaning, history ...">
            <a:extLst>
              <a:ext uri="{FF2B5EF4-FFF2-40B4-BE49-F238E27FC236}">
                <a16:creationId xmlns:a16="http://schemas.microsoft.com/office/drawing/2014/main" id="{72EEF5E9-F569-3DEB-A33D-07BF43D85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789892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49CF-C26D-75D8-4C10-7193FB2C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3748-30CD-9254-C41F-A9824D2EC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057" y="345651"/>
            <a:ext cx="10131425" cy="757286"/>
          </a:xfrm>
        </p:spPr>
        <p:txBody>
          <a:bodyPr>
            <a:normAutofit/>
          </a:bodyPr>
          <a:lstStyle/>
          <a:p>
            <a:r>
              <a:rPr lang="en-US" sz="2400" b="1" dirty="0"/>
              <a:t>Task 5: Delivery Agent Performance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5859-CD21-C40A-17AA-43F3782D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94252"/>
            <a:ext cx="4942001" cy="3997328"/>
          </a:xfrm>
        </p:spPr>
        <p:txBody>
          <a:bodyPr>
            <a:normAutofit fontScale="92500"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Compare the average rating and experience (in years) of the top 5 vs bottom 5 agents using subqueries. </a:t>
            </a:r>
          </a:p>
          <a:p>
            <a:r>
              <a:rPr lang="en-US" sz="1400" dirty="0"/>
              <a:t>with </a:t>
            </a:r>
            <a:r>
              <a:rPr lang="en-US" sz="1400" dirty="0" err="1"/>
              <a:t>CTE_agent_performance</a:t>
            </a:r>
            <a:r>
              <a:rPr lang="en-US" sz="1400" dirty="0"/>
              <a:t> as (SELECT </a:t>
            </a:r>
            <a:r>
              <a:rPr lang="en-US" sz="1400" dirty="0" err="1"/>
              <a:t>da.agent_ID,da.avg_Rating,da.Experience_Years,ROUND</a:t>
            </a:r>
            <a:r>
              <a:rPr lang="en-US" sz="1400" dirty="0"/>
              <a:t>(SUM(CASE WHEN </a:t>
            </a:r>
            <a:r>
              <a:rPr lang="en-US" sz="1400" dirty="0" err="1"/>
              <a:t>Delay_Hours</a:t>
            </a:r>
            <a:r>
              <a:rPr lang="en-US" sz="1400" dirty="0"/>
              <a:t> = 0 THEN 1 ELSE 0 END) * 100.0                 / COUNT(*),2) AS </a:t>
            </a:r>
            <a:r>
              <a:rPr lang="en-US" sz="1400" dirty="0" err="1"/>
              <a:t>on_time_pct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s join </a:t>
            </a:r>
            <a:r>
              <a:rPr lang="en-US" sz="1400" dirty="0" err="1"/>
              <a:t>fedex_delivery_agents</a:t>
            </a:r>
            <a:r>
              <a:rPr lang="en-US" sz="1400" dirty="0"/>
              <a:t> da on </a:t>
            </a:r>
            <a:r>
              <a:rPr lang="en-US" sz="1400" dirty="0" err="1"/>
              <a:t>s.agent_ID</a:t>
            </a:r>
            <a:r>
              <a:rPr lang="en-US" sz="1400" dirty="0"/>
              <a:t> = </a:t>
            </a:r>
            <a:r>
              <a:rPr lang="en-US" sz="1400" dirty="0" err="1"/>
              <a:t>da.Agent_ID</a:t>
            </a:r>
            <a:r>
              <a:rPr lang="en-US" sz="1400" dirty="0"/>
              <a:t> group by </a:t>
            </a:r>
            <a:r>
              <a:rPr lang="en-US" sz="1400" dirty="0" err="1"/>
              <a:t>s.agent_ID,da.Avg_Rating,da.Experience_Years</a:t>
            </a:r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agent_ID,avg_Rating,Experience_Years</a:t>
            </a:r>
            <a:r>
              <a:rPr lang="en-US" sz="1400" dirty="0"/>
              <a:t> from(select </a:t>
            </a:r>
            <a:r>
              <a:rPr lang="en-US" sz="1400" dirty="0" err="1"/>
              <a:t>agent_ID,avg_Rating,Experience_Years,dense_rank</a:t>
            </a:r>
            <a:r>
              <a:rPr lang="en-US" sz="1400" dirty="0"/>
              <a:t>() over (order by </a:t>
            </a:r>
            <a:r>
              <a:rPr lang="en-US" sz="1400" dirty="0" err="1"/>
              <a:t>on_time_pct</a:t>
            </a:r>
            <a:r>
              <a:rPr lang="en-US" sz="1400" dirty="0"/>
              <a:t> desc) as </a:t>
            </a:r>
            <a:r>
              <a:rPr lang="en-US" sz="1400" dirty="0" err="1"/>
              <a:t>Agent_Rank</a:t>
            </a:r>
            <a:r>
              <a:rPr lang="en-US" sz="1400" dirty="0"/>
              <a:t> from </a:t>
            </a:r>
            <a:r>
              <a:rPr lang="en-US" sz="1400" dirty="0" err="1"/>
              <a:t>CTE_agent_performance</a:t>
            </a:r>
            <a:r>
              <a:rPr lang="en-US" sz="1400" dirty="0"/>
              <a:t> order by </a:t>
            </a:r>
            <a:r>
              <a:rPr lang="en-US" sz="1400" dirty="0" err="1"/>
              <a:t>Agent_Rank</a:t>
            </a:r>
            <a:r>
              <a:rPr lang="en-US" sz="1400" dirty="0"/>
              <a:t> </a:t>
            </a:r>
            <a:r>
              <a:rPr lang="en-US" sz="1400" dirty="0" err="1"/>
              <a:t>asc</a:t>
            </a:r>
            <a:r>
              <a:rPr lang="en-US" sz="1400" dirty="0"/>
              <a:t> limit 5 ) a </a:t>
            </a:r>
          </a:p>
          <a:p>
            <a:r>
              <a:rPr lang="en-US" sz="1400" dirty="0"/>
              <a:t>union all 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agent_ID,avg_Rating,Experience_Years</a:t>
            </a:r>
            <a:r>
              <a:rPr lang="en-US" sz="1400" dirty="0"/>
              <a:t> from(select </a:t>
            </a:r>
            <a:r>
              <a:rPr lang="en-US" sz="1400" dirty="0" err="1"/>
              <a:t>agent_ID,avg_Rating,Experience_Years,dense_rank</a:t>
            </a:r>
            <a:r>
              <a:rPr lang="en-US" sz="1400" dirty="0"/>
              <a:t>() over (order by </a:t>
            </a:r>
            <a:r>
              <a:rPr lang="en-US" sz="1400" dirty="0" err="1"/>
              <a:t>on_time_pct</a:t>
            </a:r>
            <a:r>
              <a:rPr lang="en-US" sz="1400" dirty="0"/>
              <a:t> desc) as </a:t>
            </a:r>
            <a:r>
              <a:rPr lang="en-US" sz="1400" dirty="0" err="1"/>
              <a:t>Agent_Rankfrom</a:t>
            </a:r>
            <a:r>
              <a:rPr lang="en-US" sz="1400" dirty="0"/>
              <a:t> </a:t>
            </a:r>
            <a:r>
              <a:rPr lang="en-US" sz="1400" dirty="0" err="1"/>
              <a:t>CTE_agent_performance</a:t>
            </a:r>
            <a:r>
              <a:rPr lang="en-US" sz="1400" dirty="0"/>
              <a:t> order by </a:t>
            </a:r>
            <a:r>
              <a:rPr lang="en-US" sz="1400" dirty="0" err="1"/>
              <a:t>Agent_Rank</a:t>
            </a:r>
            <a:r>
              <a:rPr lang="en-US" sz="1400" dirty="0"/>
              <a:t> desc limit 5 ) b;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BDBE3-1899-2AA2-230C-E098BFC5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175" y="1294252"/>
            <a:ext cx="3372321" cy="236334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326E47-EF28-5BA1-37E6-7049A38A9EF2}"/>
              </a:ext>
            </a:extLst>
          </p:cNvPr>
          <p:cNvSpPr/>
          <p:nvPr/>
        </p:nvSpPr>
        <p:spPr>
          <a:xfrm>
            <a:off x="6315722" y="3846672"/>
            <a:ext cx="5277678" cy="2772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Suggest training or workload balancing strategies for low-performing agents based on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with &lt;85% on time delivery percentage have lower avg rating and experience years when compared to top 5 agents.</a:t>
            </a:r>
            <a:r>
              <a:rPr lang="en-US" sz="1400" dirty="0"/>
              <a:t> his indicates a skill gap, so focused training on route planning, time management, and exception handling is recommended.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Assign simpler or lower-volume routes to low-performing agents while redistributing complex or high-congestion routes to experienced agents and continuously monitor KPIs to ensure performance improvement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pPr algn="ctr"/>
            <a:endParaRPr lang="en-US" dirty="0">
              <a:solidFill>
                <a:srgbClr val="FFFF00"/>
              </a:solidFill>
            </a:endParaRPr>
          </a:p>
          <a:p>
            <a:pPr algn="ctr"/>
            <a:endParaRPr lang="en-IN" dirty="0"/>
          </a:p>
        </p:txBody>
      </p:sp>
      <p:pic>
        <p:nvPicPr>
          <p:cNvPr id="7" name="Picture 2" descr="FedEx Logo and symbol, meaning, history ...">
            <a:extLst>
              <a:ext uri="{FF2B5EF4-FFF2-40B4-BE49-F238E27FC236}">
                <a16:creationId xmlns:a16="http://schemas.microsoft.com/office/drawing/2014/main" id="{E6A4D3C1-B3D2-E120-7712-08A3D7894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833666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9CA4-0B4A-1CED-EDA3-FE92D8EB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6797"/>
            <a:ext cx="10131425" cy="681872"/>
          </a:xfrm>
        </p:spPr>
        <p:txBody>
          <a:bodyPr>
            <a:normAutofit/>
          </a:bodyPr>
          <a:lstStyle/>
          <a:p>
            <a:r>
              <a:rPr lang="en-US" sz="2400" b="1" dirty="0"/>
              <a:t>Task 6: Shipment Tracking Analytics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9995-304F-FB5A-CA4A-93A2393B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32" y="1206209"/>
            <a:ext cx="5922389" cy="476720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For each shipment, display the latest status (Delivered, In Transit, or Returned) along with the latest </a:t>
            </a:r>
            <a:r>
              <a:rPr lang="en-US" sz="1600" dirty="0" err="1">
                <a:solidFill>
                  <a:srgbClr val="FFFF00"/>
                </a:solidFill>
              </a:rPr>
              <a:t>Delivery_Date</a:t>
            </a:r>
            <a:r>
              <a:rPr lang="en-US" sz="1600" dirty="0">
                <a:solidFill>
                  <a:srgbClr val="FFFF00"/>
                </a:solidFill>
              </a:rPr>
              <a:t>.</a:t>
            </a:r>
          </a:p>
          <a:p>
            <a:r>
              <a:rPr lang="en-US" sz="1600" dirty="0"/>
              <a:t>SELECT    </a:t>
            </a:r>
            <a:r>
              <a:rPr lang="en-US" sz="1600" dirty="0" err="1"/>
              <a:t>Shipment_ID</a:t>
            </a:r>
            <a:r>
              <a:rPr lang="en-US" sz="1600" dirty="0"/>
              <a:t>,    </a:t>
            </a:r>
            <a:r>
              <a:rPr lang="en-US" sz="1600" dirty="0" err="1"/>
              <a:t>Delivery_Status</a:t>
            </a:r>
            <a:r>
              <a:rPr lang="en-US" sz="1600" dirty="0"/>
              <a:t> AS </a:t>
            </a:r>
            <a:r>
              <a:rPr lang="en-US" sz="1600" dirty="0" err="1"/>
              <a:t>latest_status</a:t>
            </a:r>
            <a:r>
              <a:rPr lang="en-US" sz="1600" dirty="0"/>
              <a:t>,    </a:t>
            </a:r>
            <a:r>
              <a:rPr lang="en-US" sz="1600" dirty="0" err="1"/>
              <a:t>Delivery_Date</a:t>
            </a:r>
            <a:r>
              <a:rPr lang="en-US" sz="1600" dirty="0"/>
              <a:t> AS </a:t>
            </a:r>
            <a:r>
              <a:rPr lang="en-US" sz="1600" dirty="0" err="1"/>
              <a:t>latest_delivery_date</a:t>
            </a:r>
            <a:r>
              <a:rPr lang="en-US" sz="1600" dirty="0"/>
              <a:t> FROM </a:t>
            </a:r>
            <a:r>
              <a:rPr lang="en-US" sz="1600" dirty="0" err="1"/>
              <a:t>fedex_shipments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FF00"/>
                </a:solidFill>
              </a:rPr>
              <a:t>Identify routes where the majority of shipments are still “In Transit” or “Returned”. 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route_ID,count</a:t>
            </a:r>
            <a:r>
              <a:rPr lang="en-US" sz="1600" dirty="0"/>
              <a:t>(</a:t>
            </a:r>
            <a:r>
              <a:rPr lang="en-US" sz="1600" dirty="0" err="1"/>
              <a:t>shipment_ID</a:t>
            </a:r>
            <a:r>
              <a:rPr lang="en-US" sz="1600" dirty="0"/>
              <a:t>) as </a:t>
            </a:r>
            <a:r>
              <a:rPr lang="en-US" sz="1600" dirty="0" err="1"/>
              <a:t>total_shipments,sum</a:t>
            </a:r>
            <a:r>
              <a:rPr lang="en-US" sz="1600" dirty="0"/>
              <a:t>(case when </a:t>
            </a:r>
            <a:r>
              <a:rPr lang="en-US" sz="1600" dirty="0" err="1"/>
              <a:t>delivery_status</a:t>
            </a:r>
            <a:r>
              <a:rPr lang="en-US" sz="1600" dirty="0"/>
              <a:t> in ('In </a:t>
            </a:r>
            <a:r>
              <a:rPr lang="en-US" sz="1600" dirty="0" err="1"/>
              <a:t>Transit','Returned</a:t>
            </a:r>
            <a:r>
              <a:rPr lang="en-US" sz="1600" dirty="0"/>
              <a:t>') then 1 else 0 end) as </a:t>
            </a:r>
            <a:r>
              <a:rPr lang="en-US" sz="1600" dirty="0" err="1"/>
              <a:t>Transit_Returned_shipmentsfrom</a:t>
            </a:r>
            <a:r>
              <a:rPr lang="en-US" sz="1600" dirty="0"/>
              <a:t> </a:t>
            </a:r>
            <a:r>
              <a:rPr lang="en-US" sz="1600" dirty="0" err="1"/>
              <a:t>fedex_shipments</a:t>
            </a:r>
            <a:r>
              <a:rPr lang="en-US" sz="1600" dirty="0"/>
              <a:t> group by </a:t>
            </a:r>
            <a:r>
              <a:rPr lang="en-US" sz="1600" dirty="0" err="1"/>
              <a:t>route_ID</a:t>
            </a:r>
            <a:r>
              <a:rPr lang="en-US" sz="1600" dirty="0"/>
              <a:t> order by </a:t>
            </a:r>
            <a:r>
              <a:rPr lang="en-US" sz="1600" dirty="0" err="1"/>
              <a:t>Transit_returned_shipments</a:t>
            </a:r>
            <a:r>
              <a:rPr lang="en-US" sz="1600" dirty="0"/>
              <a:t> desc;</a:t>
            </a:r>
          </a:p>
          <a:p>
            <a:endParaRPr lang="en-US" sz="14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C99D4-5057-796D-4D4A-B18A8158C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446" y="1102514"/>
            <a:ext cx="4096322" cy="2326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1F9BA-947A-BA5E-F2F8-31140464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877" y="3617841"/>
            <a:ext cx="4096322" cy="2707124"/>
          </a:xfrm>
          <a:prstGeom prst="rect">
            <a:avLst/>
          </a:prstGeom>
        </p:spPr>
      </p:pic>
      <p:pic>
        <p:nvPicPr>
          <p:cNvPr id="6" name="Picture 2" descr="FedEx Logo and symbol, meaning, history ...">
            <a:extLst>
              <a:ext uri="{FF2B5EF4-FFF2-40B4-BE49-F238E27FC236}">
                <a16:creationId xmlns:a16="http://schemas.microsoft.com/office/drawing/2014/main" id="{5A88C1D6-4599-E3CB-9DA3-2FADAE20A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753422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9156-5B4A-AA22-E739-D557222C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92" y="1303553"/>
            <a:ext cx="4921199" cy="1837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Find the most frequent delay reasons (if available in delay-related columns or flags). 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Delay_Reason</a:t>
            </a:r>
            <a:r>
              <a:rPr lang="en-US" sz="1400" dirty="0"/>
              <a:t>,    COUNT(*) AS </a:t>
            </a:r>
            <a:r>
              <a:rPr lang="en-US" sz="1400" dirty="0" err="1"/>
              <a:t>delay_count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WHERE </a:t>
            </a:r>
            <a:r>
              <a:rPr lang="en-US" sz="1400" dirty="0" err="1"/>
              <a:t>Delay_Hours</a:t>
            </a:r>
            <a:r>
              <a:rPr lang="en-US" sz="1400" dirty="0"/>
              <a:t> &gt; 0 GROUP BY </a:t>
            </a:r>
            <a:r>
              <a:rPr lang="en-US" sz="1400" dirty="0" err="1"/>
              <a:t>Delay_Reason</a:t>
            </a:r>
            <a:r>
              <a:rPr lang="en-US" sz="1400" dirty="0"/>
              <a:t> ORDER BY </a:t>
            </a:r>
            <a:r>
              <a:rPr lang="en-US" sz="1400" dirty="0" err="1"/>
              <a:t>delay_count</a:t>
            </a:r>
            <a:r>
              <a:rPr lang="en-US" sz="1400" dirty="0"/>
              <a:t> DESC;</a:t>
            </a:r>
          </a:p>
          <a:p>
            <a:endParaRPr lang="en-US" sz="1400" dirty="0"/>
          </a:p>
          <a:p>
            <a:endParaRPr lang="en-IN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9766A6-B51A-45B4-9B3A-6FBF8B9218B0}"/>
              </a:ext>
            </a:extLst>
          </p:cNvPr>
          <p:cNvSpPr txBox="1">
            <a:spLocks/>
          </p:cNvSpPr>
          <p:nvPr/>
        </p:nvSpPr>
        <p:spPr>
          <a:xfrm>
            <a:off x="893192" y="3438939"/>
            <a:ext cx="5527486" cy="2385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Identify orders with exceptionally high delay (&gt;120 hours) to investigate potential bottlenecks. </a:t>
            </a:r>
          </a:p>
          <a:p>
            <a:r>
              <a:rPr lang="en-US" sz="1400" dirty="0"/>
              <a:t>select shipment_ID,order_ID,agent_ID,route_ID,Delivery_Status,delay_hours, </a:t>
            </a:r>
            <a:r>
              <a:rPr lang="en-US" sz="1400" dirty="0" err="1"/>
              <a:t>Delay_Reason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where </a:t>
            </a:r>
            <a:r>
              <a:rPr lang="en-US" sz="1400" dirty="0" err="1"/>
              <a:t>delay_hours</a:t>
            </a:r>
            <a:r>
              <a:rPr lang="en-US" sz="1400" dirty="0"/>
              <a:t> &gt; 120 order by </a:t>
            </a:r>
            <a:r>
              <a:rPr lang="en-US" sz="1400" dirty="0" err="1"/>
              <a:t>delay_hours</a:t>
            </a:r>
            <a:r>
              <a:rPr lang="en-US" sz="1400" dirty="0"/>
              <a:t> desc ;</a:t>
            </a:r>
          </a:p>
          <a:p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3C99A-C2D3-19A2-340A-A411EBB5C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611" y="1303553"/>
            <a:ext cx="2715004" cy="1200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271B1D-93CB-EF66-745F-B2237911C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005" y="3690594"/>
            <a:ext cx="5424493" cy="2749953"/>
          </a:xfrm>
          <a:prstGeom prst="rect">
            <a:avLst/>
          </a:prstGeom>
        </p:spPr>
      </p:pic>
      <p:pic>
        <p:nvPicPr>
          <p:cNvPr id="4" name="Picture 2" descr="FedEx Logo and symbol, meaning, history ...">
            <a:extLst>
              <a:ext uri="{FF2B5EF4-FFF2-40B4-BE49-F238E27FC236}">
                <a16:creationId xmlns:a16="http://schemas.microsoft.com/office/drawing/2014/main" id="{19C139B7-890F-BD5B-7DCA-14D9EFF44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75CEE4D-7A93-4F85-D490-EA974E916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522483"/>
              </p:ext>
            </p:extLst>
          </p:nvPr>
        </p:nvGraphicFramePr>
        <p:xfrm>
          <a:off x="9317251" y="1303553"/>
          <a:ext cx="2596431" cy="2079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5895811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D598-2EF2-634D-1046-FCA7A399A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4734610" cy="992957"/>
          </a:xfrm>
        </p:spPr>
        <p:txBody>
          <a:bodyPr>
            <a:normAutofit/>
          </a:bodyPr>
          <a:lstStyle/>
          <a:p>
            <a:r>
              <a:rPr lang="en-US" sz="2400" b="1" dirty="0"/>
              <a:t>Task 7: Advanced KPI Reporting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2A9B3-5326-8C3F-F410-54FFD2FE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781666"/>
            <a:ext cx="5073976" cy="154599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Average Delivery Delay per </a:t>
            </a:r>
            <a:r>
              <a:rPr lang="en-US" sz="1400" dirty="0" err="1">
                <a:solidFill>
                  <a:srgbClr val="FFFF00"/>
                </a:solidFill>
              </a:rPr>
              <a:t>Source_Country</a:t>
            </a:r>
            <a:r>
              <a:rPr lang="en-US" sz="1400" dirty="0">
                <a:solidFill>
                  <a:srgbClr val="FFFF00"/>
                </a:solidFill>
              </a:rPr>
              <a:t>. 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r.Source_Country,round</a:t>
            </a:r>
            <a:r>
              <a:rPr lang="en-US" sz="1400" dirty="0"/>
              <a:t>(avg(</a:t>
            </a:r>
            <a:r>
              <a:rPr lang="en-US" sz="1400" dirty="0" err="1"/>
              <a:t>s.Delay_Hours</a:t>
            </a:r>
            <a:r>
              <a:rPr lang="en-US" sz="1400" dirty="0"/>
              <a:t>),2) as </a:t>
            </a:r>
            <a:r>
              <a:rPr lang="en-US" sz="1400" dirty="0" err="1"/>
              <a:t>avg_delay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s inner join </a:t>
            </a:r>
            <a:r>
              <a:rPr lang="en-US" sz="1400" dirty="0" err="1"/>
              <a:t>fedex_routes</a:t>
            </a:r>
            <a:r>
              <a:rPr lang="en-US" sz="1400" dirty="0"/>
              <a:t> r on </a:t>
            </a:r>
            <a:r>
              <a:rPr lang="en-US" sz="1400" dirty="0" err="1"/>
              <a:t>s.route_ID</a:t>
            </a:r>
            <a:r>
              <a:rPr lang="en-US" sz="1400" dirty="0"/>
              <a:t> = </a:t>
            </a:r>
            <a:r>
              <a:rPr lang="en-US" sz="1400" dirty="0" err="1"/>
              <a:t>r.route_ID</a:t>
            </a:r>
            <a:r>
              <a:rPr lang="en-US" sz="1400" dirty="0"/>
              <a:t> group by </a:t>
            </a:r>
            <a:r>
              <a:rPr lang="en-US" sz="1400" dirty="0" err="1"/>
              <a:t>r.Source_Country</a:t>
            </a:r>
            <a:r>
              <a:rPr lang="en-US" sz="1400" dirty="0"/>
              <a:t> order by </a:t>
            </a:r>
            <a:r>
              <a:rPr lang="en-US" sz="1400" dirty="0" err="1"/>
              <a:t>avg_delay</a:t>
            </a:r>
            <a:r>
              <a:rPr lang="en-US" sz="1400" dirty="0"/>
              <a:t> desc;</a:t>
            </a:r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1E0C1-5169-F110-F00C-BDC88D8DF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7" y="3506771"/>
            <a:ext cx="2467319" cy="29161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C2468B-D677-633E-D14B-4E2B56D6CA06}"/>
              </a:ext>
            </a:extLst>
          </p:cNvPr>
          <p:cNvSpPr txBox="1">
            <a:spLocks/>
          </p:cNvSpPr>
          <p:nvPr/>
        </p:nvSpPr>
        <p:spPr>
          <a:xfrm>
            <a:off x="6064576" y="1781666"/>
            <a:ext cx="5073976" cy="1545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FFFF00"/>
                </a:solidFill>
              </a:rPr>
              <a:t>On-Time Delivery % = (Total On-Time Deliveries / Total Deliveries) * 100</a:t>
            </a:r>
          </a:p>
          <a:p>
            <a:r>
              <a:rPr lang="en-US" sz="1400" dirty="0"/>
              <a:t>select (sum(case when </a:t>
            </a:r>
            <a:r>
              <a:rPr lang="en-US" sz="1400" dirty="0" err="1"/>
              <a:t>Delay_Hours</a:t>
            </a:r>
            <a:r>
              <a:rPr lang="en-US" sz="1400" dirty="0"/>
              <a:t> = 0  then 1 else 0 end)/count(*)) * 100 as </a:t>
            </a:r>
            <a:r>
              <a:rPr lang="en-US" sz="1400" dirty="0" err="1"/>
              <a:t>on_time_delivery_pct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;</a:t>
            </a:r>
          </a:p>
          <a:p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E2CAFA-BACA-4CC1-1592-1AE1F17F7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113" y="3530339"/>
            <a:ext cx="2200582" cy="775355"/>
          </a:xfrm>
          <a:prstGeom prst="rect">
            <a:avLst/>
          </a:prstGeom>
        </p:spPr>
      </p:pic>
      <p:pic>
        <p:nvPicPr>
          <p:cNvPr id="7" name="Picture 2" descr="FedEx Logo and symbol, meaning, history ...">
            <a:extLst>
              <a:ext uri="{FF2B5EF4-FFF2-40B4-BE49-F238E27FC236}">
                <a16:creationId xmlns:a16="http://schemas.microsoft.com/office/drawing/2014/main" id="{B3597C13-C36F-7905-D2FF-F6F7C6F38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559859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4CE5-028D-E3E1-6DB8-4D715E35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41169"/>
            <a:ext cx="5410199" cy="1305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Average Delay (in hours) per </a:t>
            </a:r>
            <a:r>
              <a:rPr lang="en-US" sz="1400" dirty="0" err="1">
                <a:solidFill>
                  <a:srgbClr val="FFFF00"/>
                </a:solidFill>
              </a:rPr>
              <a:t>Route_ID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/>
              <a:t>select </a:t>
            </a:r>
            <a:r>
              <a:rPr lang="en-US" sz="1400" dirty="0" err="1"/>
              <a:t>route_ID,round</a:t>
            </a:r>
            <a:r>
              <a:rPr lang="en-US" sz="1400" dirty="0"/>
              <a:t>(avg(</a:t>
            </a:r>
            <a:r>
              <a:rPr lang="en-US" sz="1400" dirty="0" err="1"/>
              <a:t>Delay_Hours</a:t>
            </a:r>
            <a:r>
              <a:rPr lang="en-US" sz="1400" dirty="0"/>
              <a:t>),2) as </a:t>
            </a:r>
            <a:r>
              <a:rPr lang="en-US" sz="1400" dirty="0" err="1"/>
              <a:t>Avg_delay</a:t>
            </a:r>
            <a:r>
              <a:rPr lang="en-US" sz="1400" dirty="0"/>
              <a:t> from </a:t>
            </a:r>
            <a:r>
              <a:rPr lang="en-US" sz="1400" dirty="0" err="1"/>
              <a:t>fedex_shipments</a:t>
            </a:r>
            <a:r>
              <a:rPr lang="en-US" sz="1400" dirty="0"/>
              <a:t> group by </a:t>
            </a:r>
            <a:r>
              <a:rPr lang="en-US" sz="1400" dirty="0" err="1"/>
              <a:t>route_ID</a:t>
            </a:r>
            <a:r>
              <a:rPr lang="en-US" sz="1400" dirty="0"/>
              <a:t> order by </a:t>
            </a:r>
            <a:r>
              <a:rPr lang="en-US" sz="1400" dirty="0" err="1"/>
              <a:t>Avg_delay</a:t>
            </a:r>
            <a:r>
              <a:rPr lang="en-US" sz="1400" dirty="0"/>
              <a:t> desc;.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D8378-757F-6033-E819-946CBC2A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59" y="2227560"/>
            <a:ext cx="2000529" cy="25895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53DB55-3D5D-CA43-E75D-8EA98DD16B12}"/>
              </a:ext>
            </a:extLst>
          </p:cNvPr>
          <p:cNvSpPr txBox="1">
            <a:spLocks/>
          </p:cNvSpPr>
          <p:nvPr/>
        </p:nvSpPr>
        <p:spPr>
          <a:xfrm>
            <a:off x="6095999" y="1321904"/>
            <a:ext cx="5781774" cy="2107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Warehouse Utilization % = (</a:t>
            </a:r>
            <a:r>
              <a:rPr lang="en-US" sz="1400" dirty="0" err="1">
                <a:solidFill>
                  <a:srgbClr val="FFFF00"/>
                </a:solidFill>
              </a:rPr>
              <a:t>Shipments_Handled</a:t>
            </a:r>
            <a:r>
              <a:rPr lang="en-US" sz="1400" dirty="0">
                <a:solidFill>
                  <a:srgbClr val="FFFF00"/>
                </a:solidFill>
              </a:rPr>
              <a:t> / </a:t>
            </a:r>
            <a:r>
              <a:rPr lang="en-US" sz="1400" dirty="0" err="1">
                <a:solidFill>
                  <a:srgbClr val="FFFF00"/>
                </a:solidFill>
              </a:rPr>
              <a:t>Capacity_per_day</a:t>
            </a:r>
            <a:r>
              <a:rPr lang="en-US" sz="1400" dirty="0">
                <a:solidFill>
                  <a:srgbClr val="FFFF00"/>
                </a:solidFill>
              </a:rPr>
              <a:t>) * 100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s.warehouse_ID,count</a:t>
            </a:r>
            <a:r>
              <a:rPr lang="en-US" sz="1400" dirty="0"/>
              <a:t>(</a:t>
            </a:r>
            <a:r>
              <a:rPr lang="en-US" sz="1400" dirty="0" err="1"/>
              <a:t>s.Shipment_ID</a:t>
            </a:r>
            <a:r>
              <a:rPr lang="en-US" sz="1400" dirty="0"/>
              <a:t>) as </a:t>
            </a:r>
            <a:r>
              <a:rPr lang="en-US" sz="1400" dirty="0" err="1"/>
              <a:t>shipments_handled,w.Capacity_per_day</a:t>
            </a:r>
            <a:r>
              <a:rPr lang="en-US" sz="1400" dirty="0"/>
              <a:t>,(count(</a:t>
            </a:r>
            <a:r>
              <a:rPr lang="en-US" sz="1400" dirty="0" err="1"/>
              <a:t>s.Shipment_ID</a:t>
            </a:r>
            <a:r>
              <a:rPr lang="en-US" sz="1400" dirty="0"/>
              <a:t>)/</a:t>
            </a:r>
            <a:r>
              <a:rPr lang="en-US" sz="1400" dirty="0" err="1"/>
              <a:t>w.Capacity_per_day</a:t>
            </a:r>
            <a:r>
              <a:rPr lang="en-US" sz="1400" dirty="0"/>
              <a:t>) * 100 as </a:t>
            </a:r>
            <a:r>
              <a:rPr lang="en-US" sz="1400" dirty="0" err="1"/>
              <a:t>warehouse_Uti_perfrom</a:t>
            </a:r>
            <a:r>
              <a:rPr lang="en-US" sz="1400" dirty="0"/>
              <a:t> </a:t>
            </a:r>
            <a:r>
              <a:rPr lang="en-US" sz="1400" dirty="0" err="1"/>
              <a:t>fedex_warehouses</a:t>
            </a:r>
            <a:r>
              <a:rPr lang="en-US" sz="1400" dirty="0"/>
              <a:t> w inner join </a:t>
            </a:r>
            <a:r>
              <a:rPr lang="en-US" sz="1400" dirty="0" err="1"/>
              <a:t>fedex_shipments</a:t>
            </a:r>
            <a:r>
              <a:rPr lang="en-US" sz="1400" dirty="0"/>
              <a:t> s on </a:t>
            </a:r>
            <a:r>
              <a:rPr lang="en-US" sz="1400" dirty="0" err="1"/>
              <a:t>w.Warehouse_ID</a:t>
            </a:r>
            <a:r>
              <a:rPr lang="en-US" sz="1400" dirty="0"/>
              <a:t> = </a:t>
            </a:r>
            <a:r>
              <a:rPr lang="en-US" sz="1400" dirty="0" err="1"/>
              <a:t>s.Warehouse_ID</a:t>
            </a:r>
            <a:r>
              <a:rPr lang="en-US" sz="1400" dirty="0"/>
              <a:t> group by </a:t>
            </a:r>
            <a:r>
              <a:rPr lang="en-US" sz="1400" dirty="0" err="1"/>
              <a:t>s.warehouse_ID,w.Capacity_per_day</a:t>
            </a:r>
            <a:r>
              <a:rPr lang="en-US" sz="1400" dirty="0"/>
              <a:t> order by </a:t>
            </a:r>
            <a:r>
              <a:rPr lang="en-US" sz="1400" dirty="0" err="1"/>
              <a:t>warehouse_Uti_per</a:t>
            </a:r>
            <a:r>
              <a:rPr lang="en-US" sz="1400" dirty="0"/>
              <a:t> desc;</a:t>
            </a:r>
          </a:p>
          <a:p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4EBBD-CD65-DA6E-DAD7-6C0D63C65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207" y="3942027"/>
            <a:ext cx="5258534" cy="2267265"/>
          </a:xfrm>
          <a:prstGeom prst="rect">
            <a:avLst/>
          </a:prstGeom>
        </p:spPr>
      </p:pic>
      <p:pic>
        <p:nvPicPr>
          <p:cNvPr id="4" name="Picture 2" descr="FedEx Logo and symbol, meaning, history ...">
            <a:extLst>
              <a:ext uri="{FF2B5EF4-FFF2-40B4-BE49-F238E27FC236}">
                <a16:creationId xmlns:a16="http://schemas.microsoft.com/office/drawing/2014/main" id="{BD9ACCAC-A9AE-B9FA-B11F-32E71D6C3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553671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ABE1-D2A2-CA35-9A88-40DAD35F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649357"/>
            <a:ext cx="10131425" cy="823274"/>
          </a:xfrm>
        </p:spPr>
        <p:txBody>
          <a:bodyPr>
            <a:normAutofit/>
          </a:bodyPr>
          <a:lstStyle/>
          <a:p>
            <a:r>
              <a:rPr lang="en-US" sz="1800" dirty="0"/>
              <a:t>key insights and business recommendations</a:t>
            </a:r>
            <a:endParaRPr lang="en-IN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382FDD-51A3-E5F2-19C6-89C6BF6589F4}"/>
              </a:ext>
            </a:extLst>
          </p:cNvPr>
          <p:cNvSpPr txBox="1">
            <a:spLocks/>
          </p:cNvSpPr>
          <p:nvPr/>
        </p:nvSpPr>
        <p:spPr>
          <a:xfrm>
            <a:off x="672549" y="1335155"/>
            <a:ext cx="7696199" cy="4091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D7FA1-7DEA-8275-A5C1-B2F29AA49656}"/>
              </a:ext>
            </a:extLst>
          </p:cNvPr>
          <p:cNvSpPr txBox="1">
            <a:spLocks/>
          </p:cNvSpPr>
          <p:nvPr/>
        </p:nvSpPr>
        <p:spPr>
          <a:xfrm>
            <a:off x="1479276" y="1610106"/>
            <a:ext cx="7555394" cy="393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sz="1400" dirty="0"/>
              <a:t>Perform root cause analysis on the top 10 delayed routes based on avg delay hours.</a:t>
            </a:r>
          </a:p>
          <a:p>
            <a:r>
              <a:rPr lang="en-US" sz="1400" dirty="0"/>
              <a:t>Implement escalation rules for delayed shipments</a:t>
            </a:r>
          </a:p>
          <a:p>
            <a:r>
              <a:rPr lang="en-US" sz="1400" dirty="0"/>
              <a:t>Track recurring delay reasons to prevent repeat issues</a:t>
            </a:r>
          </a:p>
          <a:p>
            <a:r>
              <a:rPr lang="en-US" sz="1400" dirty="0"/>
              <a:t>Reconfigure low-efficiency routes using alternate or intermediate hubs</a:t>
            </a:r>
          </a:p>
          <a:p>
            <a:r>
              <a:rPr lang="en-US" sz="1400" dirty="0"/>
              <a:t>Use historical data to predict and flag high-risk shipments early</a:t>
            </a:r>
          </a:p>
          <a:p>
            <a:r>
              <a:rPr lang="en-US" sz="1400" dirty="0"/>
              <a:t>Provide targeted training for agents with on-time delivery &lt;85%</a:t>
            </a:r>
          </a:p>
          <a:p>
            <a:r>
              <a:rPr lang="en-US" sz="1400" dirty="0"/>
              <a:t>Introduce mentoring by pairing bottom performers with top agents</a:t>
            </a:r>
          </a:p>
          <a:p>
            <a:r>
              <a:rPr lang="en-US" sz="1400" dirty="0"/>
              <a:t>Balance workloads by assigning simpler routes to low performers</a:t>
            </a:r>
          </a:p>
          <a:p>
            <a:r>
              <a:rPr lang="en-US" sz="1400" dirty="0"/>
              <a:t>Redistribute shipment volumes to reduce warehouse congestion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3" name="Picture 2" descr="FedEx Logo and symbol, meaning, history ...">
            <a:extLst>
              <a:ext uri="{FF2B5EF4-FFF2-40B4-BE49-F238E27FC236}">
                <a16:creationId xmlns:a16="http://schemas.microsoft.com/office/drawing/2014/main" id="{8B62107C-23DE-36F1-24FB-4D38ED677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0" y="180092"/>
            <a:ext cx="1077525" cy="42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566182"/>
      </p:ext>
    </p:extLst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</TotalTime>
  <Words>2509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Celestial</vt:lpstr>
      <vt:lpstr>Logistics Optimization for Delivery Routes – FedEx</vt:lpstr>
      <vt:lpstr>Task 1: Data Cleaning &amp; Preparation</vt:lpstr>
      <vt:lpstr>Task 2: Delivery Delay Analysis</vt:lpstr>
      <vt:lpstr>Task 2: Delivery Delay Analysis</vt:lpstr>
      <vt:lpstr>Task 3: Route Optimization Insights</vt:lpstr>
      <vt:lpstr>Task 3: Route Optimization Insights</vt:lpstr>
      <vt:lpstr>Task 3: Route Optimization Insights</vt:lpstr>
      <vt:lpstr>Task 4: Warehouse Performance</vt:lpstr>
      <vt:lpstr>Task 4: Warehouse Performance</vt:lpstr>
      <vt:lpstr>Task 4: Warehouse Performance</vt:lpstr>
      <vt:lpstr>Task 5: Delivery Agent Performance</vt:lpstr>
      <vt:lpstr>Task 5: Delivery Agent Performance</vt:lpstr>
      <vt:lpstr>Task 6: Shipment Tracking Analytics</vt:lpstr>
      <vt:lpstr>PowerPoint Presentation</vt:lpstr>
      <vt:lpstr>Task 7: Advanced KPI Reporting</vt:lpstr>
      <vt:lpstr>PowerPoint Presentation</vt:lpstr>
      <vt:lpstr>key insights and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RACHA</dc:creator>
  <cp:lastModifiedBy>SHASHANK RACHA</cp:lastModifiedBy>
  <cp:revision>1</cp:revision>
  <dcterms:created xsi:type="dcterms:W3CDTF">2025-12-14T10:09:04Z</dcterms:created>
  <dcterms:modified xsi:type="dcterms:W3CDTF">2025-12-19T04:59:48Z</dcterms:modified>
</cp:coreProperties>
</file>